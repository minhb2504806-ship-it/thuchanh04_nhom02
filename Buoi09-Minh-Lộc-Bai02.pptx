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9144000" cy="6858000" type="screen4x3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7" y="7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BE0A2-3C6E-4BAD-A6FA-F9E1EFCB1EA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62294-F4B0-4C27-9BFE-DB3A2D62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7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15C86-5490-45B7-8C59-BBBC90149FE4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8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5212-0C48-472C-BC58-A7D2A09AC4C3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2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D177-B3FE-4774-BFF2-CC03CB27E09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4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03031-A6DD-43C8-9432-93687166F912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7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CD060-6E85-4EFF-80A7-BDBF4B70A86E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2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2375-9993-4223-B510-D10332139041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3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979A9-3186-4E5E-8AF5-DB5CEA705F7E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3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0CC0-23F7-4FBB-BF85-C6E1BDC0FE4F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5C761-9CC9-432C-89E4-8F37A8B5F0E5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8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F7D2-6197-492A-A23E-8168FF52A406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54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AE1-CFB2-48FB-B629-14EB522B9881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39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A5D29-2F8F-4CED-A77E-08BB332634C1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744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4C74-FD23-4CEC-8D8B-7635298192C3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85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B6A84-B57D-4D7D-93E6-53D4F9F7964B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27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9A79-557F-4CEC-A896-1F2685F37DEC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45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C2AB1-1EF1-46C6-B0E1-D3C607930A13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73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B0F8-758C-4CB3-85C9-DA2D0E98425E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47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24C5-9627-4013-B01B-74157C1A5E43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1609900B-3981-485C-9810-3F4F7AB96D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8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8945F8-FE8B-47A3-A99C-B1F18D79597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549" y="35413"/>
            <a:ext cx="1927079" cy="1926605"/>
          </a:xfrm>
          <a:prstGeom prst="rect">
            <a:avLst/>
          </a:prstGeom>
        </p:spPr>
      </p:pic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840E90B-805C-4E1B-BB87-8E79432B3E98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fld id="{1609900B-3981-485C-9810-3F4F7AB96D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8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676400"/>
            <a:ext cx="77724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ĐẠI HỌC CẦN THƠ-QUÁ 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TRÌNH HÌNH THÀNH VÀ 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PHÁT TRIỂN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TS.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Nguyễn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Văn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2E2AA-DBF3-44F3-9537-193A28A3B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77AE4-40C8-44E3-BFF0-E2BEC449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THỜI KỲ VIỆN ĐẠI HỌC CẦN THƠ (1966-1975)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ĐHCT GIAI ĐOẠN SAU NĂM 1975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61EC3-617A-43BF-A7D4-2F8307E0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9702A-E0D2-41BE-9766-0A2BF66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7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THỜI KỲ VIỆN ĐẠI HỌC CẦN THƠ (1966-1975)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ĐƯỢC THÀNH LẬP NGÀY 31 THÁNG 03 NĂM 1966</a:t>
            </a:r>
          </a:p>
          <a:p>
            <a:r>
              <a:rPr lang="en-US" dirty="0"/>
              <a:t>VIỆN ĐẠI HỌC CẦN THƠ CÓ BỐN KHOA:</a:t>
            </a:r>
          </a:p>
          <a:p>
            <a:pPr marL="0" indent="0">
              <a:buNone/>
            </a:pPr>
            <a:r>
              <a:rPr lang="en-US" dirty="0"/>
              <a:t>       - KHOA HỌC</a:t>
            </a:r>
          </a:p>
          <a:p>
            <a:pPr marL="0" indent="0">
              <a:buNone/>
            </a:pPr>
            <a:r>
              <a:rPr lang="en-US" dirty="0"/>
              <a:t>       - LUẬT KHOA</a:t>
            </a:r>
          </a:p>
          <a:p>
            <a:pPr marL="0" indent="0">
              <a:buNone/>
            </a:pPr>
            <a:r>
              <a:rPr lang="en-US" dirty="0"/>
              <a:t>       - KHOA HỌC XÃ HỘI, VĂN KHOA, SƯ PHẠM</a:t>
            </a:r>
          </a:p>
          <a:p>
            <a:pPr marL="0" indent="0">
              <a:buNone/>
            </a:pPr>
            <a:r>
              <a:rPr lang="en-US" dirty="0"/>
              <a:t>       - CAO ĐẲNG NÔNG NGHIỆP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TÂM SINH NGỮ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Gioi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thiệu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Thơ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8158C-5C8E-4B63-8A17-18A33216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7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THỜI KỲ VIỆN ĐẠI HỌC CẦN THƠ (1966-1975)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CƠ SỞ VẬT CHẤT CỦA VIỆN ĐẠI HỌC CẦN THƠ TỌA LẠC TRÊN BỐN ĐỊA ĐIỂM</a:t>
            </a:r>
          </a:p>
          <a:p>
            <a:pPr marL="0" indent="0">
              <a:buNone/>
            </a:pPr>
            <a:r>
              <a:rPr lang="en-US" dirty="0"/>
              <a:t>      - TÒA VIỆN TRƯỜNG (SỐ 5, ĐẠI LỘ HÒA BÌNH)</a:t>
            </a:r>
          </a:p>
          <a:p>
            <a:pPr marL="0" indent="0">
              <a:buNone/>
            </a:pPr>
            <a:r>
              <a:rPr lang="en-US" dirty="0"/>
              <a:t>      - KHU I (ĐƯƠNG 30/4)</a:t>
            </a:r>
          </a:p>
          <a:p>
            <a:pPr marL="0" indent="0">
              <a:buNone/>
            </a:pPr>
            <a:r>
              <a:rPr lang="en-US" dirty="0"/>
              <a:t>      - KHU II (ĐƯỜNG 3/2)</a:t>
            </a:r>
          </a:p>
          <a:p>
            <a:pPr marL="0" indent="0">
              <a:buNone/>
            </a:pPr>
            <a:r>
              <a:rPr lang="en-US" dirty="0"/>
              <a:t>      - KHU III: (SỐ 1, LÝ TỰ TRỌNG)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2586B-959D-4EF1-AFEC-94AB7FA0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CC4A1-E4C0-47EC-B4EC-BB57F857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1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VIỆN ĐẠI HỌC CẦN THƠ ĐƯỢC ĐỔI THÀNH ĐHCT</a:t>
            </a:r>
          </a:p>
          <a:p>
            <a:r>
              <a:rPr lang="en-US" dirty="0"/>
              <a:t>CƠ CẤU ĐHCT HIỆN NAY</a:t>
            </a:r>
          </a:p>
          <a:p>
            <a:pPr marL="0" indent="0">
              <a:buNone/>
            </a:pPr>
            <a:r>
              <a:rPr lang="en-US" dirty="0"/>
              <a:t>      -KHOA-VIỆN</a:t>
            </a:r>
          </a:p>
          <a:p>
            <a:pPr marL="0" indent="0">
              <a:buNone/>
            </a:pPr>
            <a:r>
              <a:rPr lang="en-US" dirty="0"/>
              <a:t>      - TRUNG TÂM-TRUNG TÂM ĐÀO TẠO</a:t>
            </a:r>
          </a:p>
          <a:p>
            <a:pPr marL="0" indent="0">
              <a:buNone/>
            </a:pPr>
            <a:r>
              <a:rPr lang="en-US" dirty="0"/>
              <a:t>      - PHÒNG BAN CHỨC NĂNG</a:t>
            </a:r>
          </a:p>
          <a:p>
            <a:pPr marL="0" indent="0">
              <a:buNone/>
            </a:pPr>
            <a:r>
              <a:rPr lang="en-US" dirty="0"/>
              <a:t>      - ĐOÀN THỂ &amp; HỘI</a:t>
            </a:r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9E41D-F816-4B95-91C5-FE4045D3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E01FE-B7EE-434A-91E5-BB9C3D01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6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marL="0" indent="0">
              <a:buNone/>
            </a:pPr>
            <a:r>
              <a:rPr lang="en-US" dirty="0"/>
              <a:t>      - NGÀY 14/1/1998, TRƯỜNG ĐẠI HỌC CẦN THƠ KHÁNH THÀNH KHOA </a:t>
            </a:r>
            <a:r>
              <a:rPr lang="en-US" dirty="0" err="1"/>
              <a:t>KHOA</a:t>
            </a:r>
            <a:r>
              <a:rPr lang="en-US" dirty="0"/>
              <a:t> HỌC </a:t>
            </a:r>
          </a:p>
          <a:p>
            <a:pPr marL="0" indent="0">
              <a:buNone/>
            </a:pPr>
            <a:r>
              <a:rPr lang="en-US" dirty="0"/>
              <a:t>      - CƠ SỞ VẬT CHẤT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12 PHÒNG THÍ NGHIỆM (PTN) CHO SINH, HÓA, VẬT LÝ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+ 06 PHÒNG MÁY TÍNH ĐƯỢC NỐI MẠNG VỚI NHAU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BD5AC-D5B5-45EF-8455-63DEBF5A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B6685-5A8F-4568-98E5-BD7109BE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5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marL="0" indent="0">
              <a:buNone/>
            </a:pPr>
            <a:r>
              <a:rPr lang="en-US" dirty="0"/>
              <a:t>    - CƠ SỞ VẬT CHẤT</a:t>
            </a:r>
          </a:p>
          <a:p>
            <a:pPr marL="0" indent="0">
              <a:buNone/>
            </a:pPr>
            <a:r>
              <a:rPr lang="en-US" sz="2400" dirty="0"/>
              <a:t>        + VP KHOA VÀ XƯỞNG SỬA CHỮA</a:t>
            </a:r>
          </a:p>
          <a:p>
            <a:pPr marL="0" indent="0">
              <a:buNone/>
            </a:pPr>
            <a:r>
              <a:rPr lang="en-US" sz="2400" dirty="0"/>
              <a:t>        + NĂM 2010, TRƯỜNG ĐÃ ĐẦU TƯ MỞ RỘNG KHU PIN CỦA KHOA</a:t>
            </a:r>
          </a:p>
          <a:p>
            <a:pPr marL="0" indent="0">
              <a:buNone/>
            </a:pPr>
            <a:r>
              <a:rPr lang="en-US" sz="2400" dirty="0"/>
              <a:t>        + XÂY MỚI KHU NHÀ 3 TẦNG VỚI 22 PHÒNG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70140-AD75-42DC-ACB5-3B02C86E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C3FE1-0B73-42CA-B227-0F877226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marL="0" indent="0">
              <a:buNone/>
            </a:pPr>
            <a:r>
              <a:rPr lang="en-US" sz="2800" b="1" dirty="0"/>
              <a:t>     - KHOA KHTN HIỆN NAY GỒM 04 BỘ MÔN</a:t>
            </a:r>
          </a:p>
          <a:p>
            <a:pPr marL="0" indent="0">
              <a:buNone/>
            </a:pPr>
            <a:r>
              <a:rPr lang="en-US" sz="2800" b="1" dirty="0"/>
              <a:t>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+ BỘ MÔN SINH HỌC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+ BỘ MÔN HÓA HỌC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+ BỘ MÔN TOÁN HỌC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+ BỘ MÔN VẬT LÝ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29B4B-AE70-4F5F-A6C6-949F182F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0ABDF-0394-4110-9F72-B6DAD336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8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</a:t>
            </a:r>
            <a:r>
              <a:rPr lang="en-US" sz="2400" b="1" dirty="0"/>
              <a:t>- CÔNG TÁC ĐÀO TẠO</a:t>
            </a:r>
          </a:p>
          <a:p>
            <a:pPr marL="0" indent="0">
              <a:buNone/>
            </a:pPr>
            <a:r>
              <a:rPr lang="en-US" sz="2400" b="1" dirty="0"/>
              <a:t>           + ĐẠI HỌC:…..</a:t>
            </a:r>
          </a:p>
          <a:p>
            <a:pPr marL="0" indent="0">
              <a:buNone/>
            </a:pPr>
            <a:r>
              <a:rPr lang="en-US" sz="2400" b="1" dirty="0"/>
              <a:t>           + SĐH:…..</a:t>
            </a:r>
          </a:p>
          <a:p>
            <a:pPr marL="0" indent="0">
              <a:buNone/>
            </a:pPr>
            <a:r>
              <a:rPr lang="en-US" sz="2400" b="1" dirty="0"/>
              <a:t>        - CÔNG TÁC NCKH, BÁO CÁO CHUYÊN ĐỀ:…..</a:t>
            </a:r>
          </a:p>
          <a:p>
            <a:pPr marL="0" indent="0">
              <a:buNone/>
            </a:pPr>
            <a:r>
              <a:rPr lang="en-US" sz="2400" b="1" dirty="0"/>
              <a:t>        - CÔNG TÁC ĐÀO TẠO VÀ BỒI DƯỠNG:……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  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CAF0F-5645-4B8B-93EF-FB1AB70B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18411-65E2-4FD2-B228-088B3B70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6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233" y="2214695"/>
            <a:ext cx="7773339" cy="3424107"/>
          </a:xfrm>
        </p:spPr>
        <p:txBody>
          <a:bodyPr>
            <a:normAutofit fontScale="85000" lnSpcReduction="20000"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KHOA CNTT &amp; TT</a:t>
            </a:r>
          </a:p>
          <a:p>
            <a:pPr marL="0" indent="0">
              <a:buNone/>
            </a:pPr>
            <a:r>
              <a:rPr lang="en-US" dirty="0"/>
              <a:t>     - ĐƯỢC THÀNH LẬP NĂM 1994 TRÊN CƠ SỞ TRUNG TÂM ĐIỆN TỬ VÀ TIN HỌC</a:t>
            </a:r>
          </a:p>
          <a:p>
            <a:pPr marL="0" indent="0">
              <a:buNone/>
            </a:pPr>
            <a:r>
              <a:rPr lang="en-US" dirty="0"/>
              <a:t>     - NHIỆM VỤ CỦA KHOA LÀ ĐÀO TẠO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sz="2400" dirty="0"/>
              <a:t>+ ĐẠI HỌC VÀ SAU ĐẠI HỌC</a:t>
            </a:r>
          </a:p>
          <a:p>
            <a:pPr marL="0" indent="0">
              <a:buNone/>
            </a:pPr>
            <a:r>
              <a:rPr lang="en-US" sz="2400" dirty="0"/>
              <a:t>          + NCKH VÀ CHUYỂN GIAO CÔNG NGHỆ TRONG LĨNH VỰC CNTT&amp;TT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50F55-D1EF-4E1D-B15D-913933BF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1FF44-8558-46A9-A282-394FB1E8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5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marL="0" indent="0">
              <a:buNone/>
            </a:pPr>
            <a:r>
              <a:rPr lang="en-US" sz="2400" b="1" dirty="0"/>
              <a:t>   - TẦM NHÌN ĐẾN NĂM 2020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2400" dirty="0"/>
              <a:t>+ ĐƠN VỊ ĐÀO TẠO VÀ</a:t>
            </a:r>
          </a:p>
          <a:p>
            <a:pPr marL="0" indent="0">
              <a:buNone/>
            </a:pPr>
            <a:r>
              <a:rPr lang="en-US" sz="2400" dirty="0"/>
              <a:t>      + NGHIÊN CỨU KHOA HỌC VỀ CNTT&amp;TT CỦA NHÀ NƯỚC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569C5-C1F7-404D-9F81-E30496B3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B05DB-0861-4FFB-A4DE-48D155E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13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7773339" cy="3424107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400" b="1" dirty="0"/>
              <a:t>- CÁC BỘ MÔN VÀ TRUNG TÂM</a:t>
            </a:r>
          </a:p>
          <a:p>
            <a:pPr marL="0" indent="0">
              <a:buNone/>
            </a:pPr>
            <a:r>
              <a:rPr lang="en-US" sz="2400" b="1" dirty="0"/>
              <a:t>        + BỘ MÔN HỆ THỐNG THÔNG TIN</a:t>
            </a:r>
          </a:p>
          <a:p>
            <a:pPr marL="0" indent="0">
              <a:buNone/>
            </a:pPr>
            <a:r>
              <a:rPr lang="en-US" sz="2400" b="1" dirty="0"/>
              <a:t>        + BỘ MÔN MẠNG MÁY TÍNH &amp; TRUYỀN THÔNG</a:t>
            </a:r>
          </a:p>
          <a:p>
            <a:pPr marL="0" indent="0">
              <a:buNone/>
            </a:pPr>
            <a:r>
              <a:rPr lang="en-US" sz="2400" b="1" dirty="0"/>
              <a:t>        + BỘ MÔN CÔNG NGHỆ PHẦN MỀM</a:t>
            </a:r>
          </a:p>
          <a:p>
            <a:pPr marL="0" indent="0">
              <a:buNone/>
            </a:pPr>
            <a:r>
              <a:rPr lang="en-US" sz="2400" b="1" dirty="0"/>
              <a:t>        + BỘ MÔN KHOA HỌC MÁY TÍNH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   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2FC18-A22B-4618-A773-3B79ECE5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96281-F7DE-4F51-9D90-0CCF9F29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68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599"/>
            <a:ext cx="7773338" cy="1596177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ĐHCT SAU GIAI ĐOẠN 1975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400" b="1" dirty="0"/>
              <a:t>- CÁC BỘ MÔN VÀ TRUNG TÂM</a:t>
            </a:r>
          </a:p>
          <a:p>
            <a:pPr marL="0" indent="0">
              <a:buNone/>
            </a:pPr>
            <a:r>
              <a:rPr lang="en-US" sz="2400" b="1" dirty="0"/>
              <a:t>         + BỘ MÔN CÔNG NGHỆ THÔNG TIN</a:t>
            </a:r>
          </a:p>
          <a:p>
            <a:pPr marL="0" indent="0">
              <a:buNone/>
            </a:pPr>
            <a:r>
              <a:rPr lang="en-US" sz="2400" b="1" dirty="0"/>
              <a:t>         + BỘ MÔN TIN HỌC ỨNG DỤNG</a:t>
            </a:r>
          </a:p>
          <a:p>
            <a:pPr marL="0" indent="0">
              <a:buNone/>
            </a:pPr>
            <a:r>
              <a:rPr lang="en-US" sz="2400" b="1" dirty="0"/>
              <a:t>         + TỔ VĂN PHÒNG</a:t>
            </a:r>
          </a:p>
          <a:p>
            <a:pPr marL="0" indent="0">
              <a:buNone/>
            </a:pPr>
            <a:r>
              <a:rPr lang="en-US" sz="2400" b="1" dirty="0"/>
              <a:t>         + TRUNG TÂM ĐIỆN TỬ &amp; TIN HỌC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10DC5-DBD8-452F-822D-745D8095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C154D-8E72-4064-9D36-A3458FCA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7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584030" cy="25908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           CẢM ƠN SỰ CHÚ Ý CỦA QUÝ VỊ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B0769-7D52-4683-B185-D535D50F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57985-0DDD-4ACB-A67F-3171722F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9900B-3981-485C-9810-3F4F7AB96D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5409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697</Words>
  <Application>Microsoft Office PowerPoint</Application>
  <PresentationFormat>On-screen Show (4:3)</PresentationFormat>
  <Paragraphs>131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THƠ-QUÁ  TRÌNH HÌNH THÀNH VÀ  PHÁT TRIỂN</vt:lpstr>
      <vt:lpstr>Nội dung</vt:lpstr>
      <vt:lpstr>THỜI KỲ VIỆN ĐẠI HỌC CẦN THƠ (1966-1975) </vt:lpstr>
      <vt:lpstr>THỜI KỲ VIỆN ĐẠI HỌC CẦN THƠ (1966-1975)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ĐHCT SAU GIAI ĐOẠN 1975</vt:lpstr>
      <vt:lpstr>PowerPoint Presentation</vt:lpstr>
      <vt:lpstr>KHTN</vt:lpstr>
      <vt:lpstr>CNTT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THƠ-QUÁ  TRÌNH HÌNH THÀNH VÀ  PHÁT TRIỂN</dc:title>
  <dc:creator>LENOVO</dc:creator>
  <cp:lastModifiedBy>HOANG LOC</cp:lastModifiedBy>
  <cp:revision>13</cp:revision>
  <dcterms:created xsi:type="dcterms:W3CDTF">2026-02-04T11:52:32Z</dcterms:created>
  <dcterms:modified xsi:type="dcterms:W3CDTF">2026-02-06T04:14:23Z</dcterms:modified>
</cp:coreProperties>
</file>