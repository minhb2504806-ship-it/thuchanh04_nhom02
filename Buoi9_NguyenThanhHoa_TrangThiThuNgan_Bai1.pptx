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56" r:id="rId5"/>
    <p:sldId id="257" r:id="rId6"/>
    <p:sldId id="258" r:id="rId7"/>
    <p:sldId id="259" r:id="rId8"/>
    <p:sldId id="260" r:id="rId9"/>
    <p:sldId id="261"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58"/>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DC834A-A0FB-436F-1219-DF3F78D2D9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F180C09-893D-FAAE-BA20-E9EB6B9013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59F151-9A2C-47BF-B796-259A5694E8CF}" type="datetimeFigureOut">
              <a:rPr lang="en-US" smtClean="0"/>
              <a:t>2/6/2026</a:t>
            </a:fld>
            <a:endParaRPr lang="en-US"/>
          </a:p>
        </p:txBody>
      </p:sp>
      <p:sp>
        <p:nvSpPr>
          <p:cNvPr id="4" name="Footer Placeholder 3">
            <a:extLst>
              <a:ext uri="{FF2B5EF4-FFF2-40B4-BE49-F238E27FC236}">
                <a16:creationId xmlns:a16="http://schemas.microsoft.com/office/drawing/2014/main" id="{E33348B3-4EE5-A595-CA9A-D7684C229F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2285C83-0956-F2F1-E68D-31581DE013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D5B246-ACDF-4F25-BE4F-10381A9591C5}" type="slidenum">
              <a:rPr lang="en-US" smtClean="0"/>
              <a:t>‹#›</a:t>
            </a:fld>
            <a:endParaRPr lang="en-US"/>
          </a:p>
        </p:txBody>
      </p:sp>
    </p:spTree>
    <p:extLst>
      <p:ext uri="{BB962C8B-B14F-4D97-AF65-F5344CB8AC3E}">
        <p14:creationId xmlns:p14="http://schemas.microsoft.com/office/powerpoint/2010/main" val="14446229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18F4A9-2B02-4630-AD95-EED3AF6AB5A5}" type="datetimeFigureOut">
              <a:rPr lang="en-US" smtClean="0"/>
              <a:t>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057A1-B6D4-45A6-855D-F1618FC5475C}" type="slidenum">
              <a:rPr lang="en-US" smtClean="0"/>
              <a:t>‹#›</a:t>
            </a:fld>
            <a:endParaRPr lang="en-US"/>
          </a:p>
        </p:txBody>
      </p:sp>
    </p:spTree>
    <p:extLst>
      <p:ext uri="{BB962C8B-B14F-4D97-AF65-F5344CB8AC3E}">
        <p14:creationId xmlns:p14="http://schemas.microsoft.com/office/powerpoint/2010/main" val="3980071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CB54D-0AD1-30F7-711E-35960D895C9C}"/>
              </a:ext>
            </a:extLst>
          </p:cNvPr>
          <p:cNvSpPr>
            <a:spLocks noGrp="1"/>
          </p:cNvSpPr>
          <p:nvPr>
            <p:ph type="ctrTitle"/>
          </p:nvPr>
        </p:nvSpPr>
        <p:spPr>
          <a:xfrm>
            <a:off x="1524000" y="1122363"/>
            <a:ext cx="9144000" cy="2387600"/>
          </a:xfrm>
        </p:spPr>
        <p:txBody>
          <a:bodyPr anchor="b"/>
          <a:lstStyle>
            <a:lvl1pPr algn="ctr">
              <a:defRPr sz="5000" b="1">
                <a:solidFill>
                  <a:schemeClr val="accent4"/>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7A3359F9-4791-C1CC-377C-9F3BED1429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95CF3C8-14AE-0185-80B8-3B63626AC858}"/>
              </a:ext>
            </a:extLst>
          </p:cNvPr>
          <p:cNvSpPr>
            <a:spLocks noGrp="1"/>
          </p:cNvSpPr>
          <p:nvPr>
            <p:ph type="dt" sz="half" idx="10"/>
          </p:nvPr>
        </p:nvSpPr>
        <p:spPr/>
        <p:txBody>
          <a:bodyPr/>
          <a:lstStyle/>
          <a:p>
            <a:fld id="{9568F837-AC88-4962-AB45-9040ADDB15BD}" type="datetime1">
              <a:rPr lang="en-US" smtClean="0"/>
              <a:t>2/6/2026</a:t>
            </a:fld>
            <a:endParaRPr lang="en-US" dirty="0"/>
          </a:p>
        </p:txBody>
      </p:sp>
      <p:sp>
        <p:nvSpPr>
          <p:cNvPr id="5" name="Footer Placeholder 4">
            <a:extLst>
              <a:ext uri="{FF2B5EF4-FFF2-40B4-BE49-F238E27FC236}">
                <a16:creationId xmlns:a16="http://schemas.microsoft.com/office/drawing/2014/main" id="{F7B6A897-5072-2C4A-29E5-6CD55631C11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FE4E4F6-A87E-7E8D-B97B-5921DD8B8601}"/>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1657530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B09A-841C-748C-CDCC-C2CC30525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6342B-2026-B430-EEE7-343DAE37C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7203F-0461-9919-98A4-9D47370D5F46}"/>
              </a:ext>
            </a:extLst>
          </p:cNvPr>
          <p:cNvSpPr>
            <a:spLocks noGrp="1"/>
          </p:cNvSpPr>
          <p:nvPr>
            <p:ph type="dt" sz="half" idx="10"/>
          </p:nvPr>
        </p:nvSpPr>
        <p:spPr/>
        <p:txBody>
          <a:bodyPr/>
          <a:lstStyle/>
          <a:p>
            <a:fld id="{2F5D6B25-F2AB-4968-9047-1CEFE7F3F148}" type="datetime1">
              <a:rPr lang="en-US" smtClean="0"/>
              <a:t>2/6/2026</a:t>
            </a:fld>
            <a:endParaRPr lang="en-US"/>
          </a:p>
        </p:txBody>
      </p:sp>
      <p:sp>
        <p:nvSpPr>
          <p:cNvPr id="5" name="Footer Placeholder 4">
            <a:extLst>
              <a:ext uri="{FF2B5EF4-FFF2-40B4-BE49-F238E27FC236}">
                <a16:creationId xmlns:a16="http://schemas.microsoft.com/office/drawing/2014/main" id="{BE095960-7BA4-D2F0-E742-EFCAACEA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7A02-CCD2-9559-4A59-84E3B7AF5D8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1422216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B09A-841C-748C-CDCC-C2CC30525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6342B-2026-B430-EEE7-343DAE37C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7203F-0461-9919-98A4-9D47370D5F46}"/>
              </a:ext>
            </a:extLst>
          </p:cNvPr>
          <p:cNvSpPr>
            <a:spLocks noGrp="1"/>
          </p:cNvSpPr>
          <p:nvPr>
            <p:ph type="dt" sz="half" idx="10"/>
          </p:nvPr>
        </p:nvSpPr>
        <p:spPr/>
        <p:txBody>
          <a:bodyPr/>
          <a:lstStyle/>
          <a:p>
            <a:fld id="{5E14695D-88B2-4B50-A5B4-ACE7FCC58ADC}" type="datetime1">
              <a:rPr lang="en-US" smtClean="0"/>
              <a:t>2/6/2026</a:t>
            </a:fld>
            <a:endParaRPr lang="en-US"/>
          </a:p>
        </p:txBody>
      </p:sp>
      <p:sp>
        <p:nvSpPr>
          <p:cNvPr id="5" name="Footer Placeholder 4">
            <a:extLst>
              <a:ext uri="{FF2B5EF4-FFF2-40B4-BE49-F238E27FC236}">
                <a16:creationId xmlns:a16="http://schemas.microsoft.com/office/drawing/2014/main" id="{BE095960-7BA4-D2F0-E742-EFCAACEA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7A02-CCD2-9559-4A59-84E3B7AF5D8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2393676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3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B09A-841C-748C-CDCC-C2CC30525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6342B-2026-B430-EEE7-343DAE37C828}"/>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2B7203F-0461-9919-98A4-9D47370D5F46}"/>
              </a:ext>
            </a:extLst>
          </p:cNvPr>
          <p:cNvSpPr>
            <a:spLocks noGrp="1"/>
          </p:cNvSpPr>
          <p:nvPr>
            <p:ph type="dt" sz="half" idx="10"/>
          </p:nvPr>
        </p:nvSpPr>
        <p:spPr/>
        <p:txBody>
          <a:bodyPr/>
          <a:lstStyle/>
          <a:p>
            <a:fld id="{E9ECC7E7-0D65-4B69-A3C3-B0FD018A0A35}" type="datetime1">
              <a:rPr lang="en-US" smtClean="0"/>
              <a:t>2/6/2026</a:t>
            </a:fld>
            <a:endParaRPr lang="en-US"/>
          </a:p>
        </p:txBody>
      </p:sp>
      <p:sp>
        <p:nvSpPr>
          <p:cNvPr id="5" name="Footer Placeholder 4">
            <a:extLst>
              <a:ext uri="{FF2B5EF4-FFF2-40B4-BE49-F238E27FC236}">
                <a16:creationId xmlns:a16="http://schemas.microsoft.com/office/drawing/2014/main" id="{BE095960-7BA4-D2F0-E742-EFCAACEA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7A02-CCD2-9559-4A59-84E3B7AF5D8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2354065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5A89A-D836-CAE5-3AE4-95AFBCA6ADED}"/>
              </a:ext>
            </a:extLst>
          </p:cNvPr>
          <p:cNvSpPr>
            <a:spLocks noGrp="1"/>
          </p:cNvSpPr>
          <p:nvPr>
            <p:ph type="title"/>
          </p:nvPr>
        </p:nvSpPr>
        <p:spPr/>
        <p:txBody>
          <a:bodyPr/>
          <a:lstStyle>
            <a:lvl1pPr>
              <a:defRPr sz="40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49121AF8-0ADC-31BE-A4DB-417665AADC1F}"/>
              </a:ext>
            </a:extLst>
          </p:cNvPr>
          <p:cNvSpPr>
            <a:spLocks noGrp="1"/>
          </p:cNvSpPr>
          <p:nvPr>
            <p:ph type="dt" sz="half" idx="10"/>
          </p:nvPr>
        </p:nvSpPr>
        <p:spPr/>
        <p:txBody>
          <a:bodyPr/>
          <a:lstStyle/>
          <a:p>
            <a:fld id="{6AB20EED-760B-4491-89AB-E0EE9B7B1B93}" type="datetime1">
              <a:rPr lang="en-US" smtClean="0"/>
              <a:t>2/6/2026</a:t>
            </a:fld>
            <a:endParaRPr lang="en-US"/>
          </a:p>
        </p:txBody>
      </p:sp>
      <p:sp>
        <p:nvSpPr>
          <p:cNvPr id="4" name="Footer Placeholder 3">
            <a:extLst>
              <a:ext uri="{FF2B5EF4-FFF2-40B4-BE49-F238E27FC236}">
                <a16:creationId xmlns:a16="http://schemas.microsoft.com/office/drawing/2014/main" id="{7C02021C-3796-9870-2FA7-2BB0387484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89982F-F2F3-8C4C-07B0-8770994A654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1254699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B09A-841C-748C-CDCC-C2CC30525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6342B-2026-B430-EEE7-343DAE37C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7203F-0461-9919-98A4-9D47370D5F46}"/>
              </a:ext>
            </a:extLst>
          </p:cNvPr>
          <p:cNvSpPr>
            <a:spLocks noGrp="1"/>
          </p:cNvSpPr>
          <p:nvPr>
            <p:ph type="dt" sz="half" idx="10"/>
          </p:nvPr>
        </p:nvSpPr>
        <p:spPr/>
        <p:txBody>
          <a:bodyPr/>
          <a:lstStyle/>
          <a:p>
            <a:fld id="{995B2444-A34A-43E7-9578-5101EAF042BA}" type="datetime1">
              <a:rPr lang="en-US" smtClean="0"/>
              <a:t>2/6/2026</a:t>
            </a:fld>
            <a:endParaRPr lang="en-US"/>
          </a:p>
        </p:txBody>
      </p:sp>
      <p:sp>
        <p:nvSpPr>
          <p:cNvPr id="5" name="Footer Placeholder 4">
            <a:extLst>
              <a:ext uri="{FF2B5EF4-FFF2-40B4-BE49-F238E27FC236}">
                <a16:creationId xmlns:a16="http://schemas.microsoft.com/office/drawing/2014/main" id="{BE095960-7BA4-D2F0-E742-EFCAACEA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7A02-CCD2-9559-4A59-84E3B7AF5D8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53889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B09A-841C-748C-CDCC-C2CC305258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6342B-2026-B430-EEE7-343DAE37C8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7203F-0461-9919-98A4-9D47370D5F46}"/>
              </a:ext>
            </a:extLst>
          </p:cNvPr>
          <p:cNvSpPr>
            <a:spLocks noGrp="1"/>
          </p:cNvSpPr>
          <p:nvPr>
            <p:ph type="dt" sz="half" idx="10"/>
          </p:nvPr>
        </p:nvSpPr>
        <p:spPr/>
        <p:txBody>
          <a:bodyPr/>
          <a:lstStyle/>
          <a:p>
            <a:fld id="{645F2700-BBA6-4844-AA55-390209505203}" type="datetime1">
              <a:rPr lang="en-US" smtClean="0"/>
              <a:t>2/6/2026</a:t>
            </a:fld>
            <a:endParaRPr lang="en-US"/>
          </a:p>
        </p:txBody>
      </p:sp>
      <p:sp>
        <p:nvSpPr>
          <p:cNvPr id="5" name="Footer Placeholder 4">
            <a:extLst>
              <a:ext uri="{FF2B5EF4-FFF2-40B4-BE49-F238E27FC236}">
                <a16:creationId xmlns:a16="http://schemas.microsoft.com/office/drawing/2014/main" id="{BE095960-7BA4-D2F0-E742-EFCAACEA1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7A02-CCD2-9559-4A59-84E3B7AF5D86}"/>
              </a:ext>
            </a:extLst>
          </p:cNvPr>
          <p:cNvSpPr>
            <a:spLocks noGrp="1"/>
          </p:cNvSpPr>
          <p:nvPr>
            <p:ph type="sldNum" sz="quarter" idx="12"/>
          </p:nvPr>
        </p:nvSpPr>
        <p:spPr/>
        <p:txBody>
          <a:bodyPr/>
          <a:lstStyle/>
          <a:p>
            <a:fld id="{E3C92929-1AA6-4E69-BDCA-CBBFD97727FE}" type="slidenum">
              <a:rPr lang="en-US" smtClean="0"/>
              <a:t>‹#›</a:t>
            </a:fld>
            <a:endParaRPr lang="en-US"/>
          </a:p>
        </p:txBody>
      </p:sp>
    </p:spTree>
    <p:extLst>
      <p:ext uri="{BB962C8B-B14F-4D97-AF65-F5344CB8AC3E}">
        <p14:creationId xmlns:p14="http://schemas.microsoft.com/office/powerpoint/2010/main" val="298387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D45461-3E02-A61E-75DA-1297634746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B61BFEF-5D21-E620-2015-EC417C5DB7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6B5C2CD-8BDF-5E98-D16A-6B9C8A462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A2A01B-DEE8-49F7-89C3-90ED80D76712}" type="datetime1">
              <a:rPr lang="en-US" smtClean="0"/>
              <a:t>2/6/2026</a:t>
            </a:fld>
            <a:endParaRPr lang="en-US"/>
          </a:p>
        </p:txBody>
      </p:sp>
      <p:sp>
        <p:nvSpPr>
          <p:cNvPr id="5" name="Footer Placeholder 4">
            <a:extLst>
              <a:ext uri="{FF2B5EF4-FFF2-40B4-BE49-F238E27FC236}">
                <a16:creationId xmlns:a16="http://schemas.microsoft.com/office/drawing/2014/main" id="{D6DB95E2-5FF5-0969-A024-1724503A52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A0104E-BCFB-8C3D-54D8-0E81D81A96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tx1"/>
                </a:solidFill>
              </a:defRPr>
            </a:lvl1pPr>
          </a:lstStyle>
          <a:p>
            <a:r>
              <a:rPr lang="vi-VN" dirty="0"/>
              <a:t>1</a:t>
            </a:r>
            <a:endParaRPr lang="vi-VN" b="1" dirty="0"/>
          </a:p>
        </p:txBody>
      </p:sp>
    </p:spTree>
    <p:extLst>
      <p:ext uri="{BB962C8B-B14F-4D97-AF65-F5344CB8AC3E}">
        <p14:creationId xmlns:p14="http://schemas.microsoft.com/office/powerpoint/2010/main" val="35764721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4" r:id="rId5"/>
    <p:sldLayoutId id="2147483663" r:id="rId6"/>
    <p:sldLayoutId id="2147483664" r:id="rId7"/>
  </p:sldLayoutIdLst>
  <p:hf hdr="0" ftr="0" dt="0"/>
  <p:txStyles>
    <p:titleStyle>
      <a:lvl1pPr algn="ctr" defTabSz="914400" rtl="0" eaLnBrk="1" latinLnBrk="0" hangingPunct="1">
        <a:lnSpc>
          <a:spcPct val="90000"/>
        </a:lnSpc>
        <a:spcBef>
          <a:spcPct val="0"/>
        </a:spcBef>
        <a:buNone/>
        <a:defRPr sz="5000" b="1" kern="1200">
          <a:solidFill>
            <a:schemeClr val="accent4"/>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Times New Roman" panose="02020603050405020304" pitchFamily="18"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Times New Roman" panose="02020603050405020304" pitchFamily="18"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8E815-ED31-5ED2-8848-473CAF830242}"/>
              </a:ext>
            </a:extLst>
          </p:cNvPr>
          <p:cNvSpPr>
            <a:spLocks noGrp="1"/>
          </p:cNvSpPr>
          <p:nvPr>
            <p:ph type="ctrTitle"/>
          </p:nvPr>
        </p:nvSpPr>
        <p:spPr>
          <a:xfrm>
            <a:off x="566531" y="852933"/>
            <a:ext cx="10668000" cy="2387600"/>
          </a:xfrm>
        </p:spPr>
        <p:txBody>
          <a:bodyPr/>
          <a:lstStyle/>
          <a:p>
            <a:r>
              <a:rPr lang="en-US" dirty="0"/>
              <a:t>BỐ CỤC MỘT BÀI THUYẾT TRÌNH</a:t>
            </a:r>
          </a:p>
        </p:txBody>
      </p:sp>
      <p:sp>
        <p:nvSpPr>
          <p:cNvPr id="3" name="Subtitle 2">
            <a:extLst>
              <a:ext uri="{FF2B5EF4-FFF2-40B4-BE49-F238E27FC236}">
                <a16:creationId xmlns:a16="http://schemas.microsoft.com/office/drawing/2014/main" id="{D1D2FACC-23A7-C316-6209-48004A6B2C5E}"/>
              </a:ext>
            </a:extLst>
          </p:cNvPr>
          <p:cNvSpPr>
            <a:spLocks noGrp="1"/>
          </p:cNvSpPr>
          <p:nvPr>
            <p:ph type="subTitle" idx="1"/>
          </p:nvPr>
        </p:nvSpPr>
        <p:spPr/>
        <p:txBody>
          <a:bodyPr/>
          <a:lstStyle/>
          <a:p>
            <a:r>
              <a:rPr lang="en-US" b="1" dirty="0" err="1"/>
              <a:t>ThS</a:t>
            </a:r>
            <a:r>
              <a:rPr lang="en-US" b="1" dirty="0"/>
              <a:t>. </a:t>
            </a:r>
            <a:r>
              <a:rPr lang="en-US" b="1" dirty="0" err="1"/>
              <a:t>Họ</a:t>
            </a:r>
            <a:r>
              <a:rPr lang="en-US" b="1" dirty="0"/>
              <a:t> </a:t>
            </a:r>
            <a:r>
              <a:rPr lang="en-US" b="1" dirty="0" err="1"/>
              <a:t>và</a:t>
            </a:r>
            <a:r>
              <a:rPr lang="en-US" b="1" dirty="0"/>
              <a:t> </a:t>
            </a:r>
            <a:r>
              <a:rPr lang="en-US" b="1" dirty="0" err="1"/>
              <a:t>Tên</a:t>
            </a:r>
            <a:endParaRPr lang="en-US" b="1" dirty="0"/>
          </a:p>
        </p:txBody>
      </p:sp>
      <p:sp>
        <p:nvSpPr>
          <p:cNvPr id="4" name="Slide Number Placeholder 3">
            <a:extLst>
              <a:ext uri="{FF2B5EF4-FFF2-40B4-BE49-F238E27FC236}">
                <a16:creationId xmlns:a16="http://schemas.microsoft.com/office/drawing/2014/main" id="{6FD515BF-73A0-6134-0620-AC4599F2346E}"/>
              </a:ext>
            </a:extLst>
          </p:cNvPr>
          <p:cNvSpPr>
            <a:spLocks noGrp="1"/>
          </p:cNvSpPr>
          <p:nvPr>
            <p:ph type="sldNum" sz="quarter" idx="12"/>
          </p:nvPr>
        </p:nvSpPr>
        <p:spPr>
          <a:xfrm>
            <a:off x="8674608" y="6072886"/>
            <a:ext cx="2743200" cy="365125"/>
          </a:xfrm>
        </p:spPr>
        <p:txBody>
          <a:bodyPr/>
          <a:lstStyle/>
          <a:p>
            <a:fld id="{E3C92929-1AA6-4E69-BDCA-CBBFD97727FE}" type="slidenum">
              <a:rPr lang="en-US" sz="1600" smtClean="0"/>
              <a:t>1</a:t>
            </a:fld>
            <a:endParaRPr lang="en-US" sz="1600" dirty="0"/>
          </a:p>
        </p:txBody>
      </p:sp>
      <p:sp>
        <p:nvSpPr>
          <p:cNvPr id="7" name="Subtitle 2">
            <a:extLst>
              <a:ext uri="{FF2B5EF4-FFF2-40B4-BE49-F238E27FC236}">
                <a16:creationId xmlns:a16="http://schemas.microsoft.com/office/drawing/2014/main" id="{5EA3212E-E55F-4678-B82D-B42D0538B558}"/>
              </a:ext>
            </a:extLst>
          </p:cNvPr>
          <p:cNvSpPr txBox="1">
            <a:spLocks/>
          </p:cNvSpPr>
          <p:nvPr/>
        </p:nvSpPr>
        <p:spPr>
          <a:xfrm>
            <a:off x="4102608" y="53498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Times New Roman" panose="02020603050405020304" pitchFamily="18"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Times New Roman" panose="02020603050405020304" pitchFamily="18"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err="1"/>
              <a:t>Trích</a:t>
            </a:r>
            <a:r>
              <a:rPr lang="en-US" dirty="0"/>
              <a:t> </a:t>
            </a:r>
            <a:r>
              <a:rPr lang="en-US" dirty="0" err="1"/>
              <a:t>từ</a:t>
            </a:r>
            <a:r>
              <a:rPr lang="en-US" dirty="0"/>
              <a:t> </a:t>
            </a:r>
            <a:r>
              <a:rPr lang="en-US" dirty="0" err="1"/>
              <a:t>Tủ</a:t>
            </a:r>
            <a:r>
              <a:rPr lang="en-US" dirty="0"/>
              <a:t> </a:t>
            </a:r>
            <a:r>
              <a:rPr lang="en-US" dirty="0" err="1"/>
              <a:t>sách</a:t>
            </a:r>
            <a:r>
              <a:rPr lang="en-US" dirty="0"/>
              <a:t> Khoa </a:t>
            </a:r>
            <a:r>
              <a:rPr lang="en-US" dirty="0" err="1"/>
              <a:t>học</a:t>
            </a:r>
            <a:r>
              <a:rPr lang="en-US" dirty="0"/>
              <a:t> VLOS</a:t>
            </a:r>
          </a:p>
        </p:txBody>
      </p:sp>
    </p:spTree>
    <p:extLst>
      <p:ext uri="{BB962C8B-B14F-4D97-AF65-F5344CB8AC3E}">
        <p14:creationId xmlns:p14="http://schemas.microsoft.com/office/powerpoint/2010/main" val="267289389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EED5-B600-5162-4F99-257201B4AB1E}"/>
              </a:ext>
            </a:extLst>
          </p:cNvPr>
          <p:cNvSpPr>
            <a:spLocks noGrp="1"/>
          </p:cNvSpPr>
          <p:nvPr>
            <p:ph type="title"/>
          </p:nvPr>
        </p:nvSpPr>
        <p:spPr>
          <a:xfrm>
            <a:off x="718930" y="983456"/>
            <a:ext cx="10515600" cy="1325563"/>
          </a:xfrm>
        </p:spPr>
        <p:txBody>
          <a:bodyPr/>
          <a:lstStyle/>
          <a:p>
            <a:pPr algn="l"/>
            <a:r>
              <a:rPr lang="en-US" dirty="0" err="1"/>
              <a:t>Giới</a:t>
            </a:r>
            <a:r>
              <a:rPr lang="en-US" dirty="0"/>
              <a:t> </a:t>
            </a:r>
            <a:r>
              <a:rPr lang="en-US" dirty="0" err="1"/>
              <a:t>thiệu</a:t>
            </a:r>
            <a:endParaRPr lang="en-US" dirty="0"/>
          </a:p>
        </p:txBody>
      </p:sp>
      <p:sp>
        <p:nvSpPr>
          <p:cNvPr id="3" name="Content Placeholder 2">
            <a:extLst>
              <a:ext uri="{FF2B5EF4-FFF2-40B4-BE49-F238E27FC236}">
                <a16:creationId xmlns:a16="http://schemas.microsoft.com/office/drawing/2014/main" id="{CA539734-46C0-34D9-3B12-18424CEB2F70}"/>
              </a:ext>
            </a:extLst>
          </p:cNvPr>
          <p:cNvSpPr>
            <a:spLocks noGrp="1"/>
          </p:cNvSpPr>
          <p:nvPr>
            <p:ph idx="1"/>
          </p:nvPr>
        </p:nvSpPr>
        <p:spPr>
          <a:xfrm>
            <a:off x="718930" y="2005012"/>
            <a:ext cx="10515600" cy="4351338"/>
          </a:xfrm>
        </p:spPr>
        <p:txBody>
          <a:bodyPr/>
          <a:lstStyle/>
          <a:p>
            <a:r>
              <a:rPr lang="vi-VN" dirty="0"/>
              <a:t> Phần mở đầu</a:t>
            </a:r>
            <a:endParaRPr lang="en-US" dirty="0"/>
          </a:p>
          <a:p>
            <a:pPr marL="0" indent="0">
              <a:buNone/>
            </a:pPr>
            <a:r>
              <a:rPr lang="en-US" dirty="0"/>
              <a:t>	</a:t>
            </a:r>
            <a:r>
              <a:rPr lang="vi-VN" dirty="0"/>
              <a:t>- Cần đạt được mục đích</a:t>
            </a:r>
            <a:endParaRPr lang="en-US" dirty="0"/>
          </a:p>
          <a:p>
            <a:r>
              <a:rPr lang="vi-VN" dirty="0"/>
              <a:t>Phần chính</a:t>
            </a:r>
            <a:endParaRPr lang="en-US" dirty="0"/>
          </a:p>
          <a:p>
            <a:pPr marL="0" indent="0">
              <a:buNone/>
            </a:pPr>
            <a:r>
              <a:rPr lang="en-US" dirty="0"/>
              <a:t>	</a:t>
            </a:r>
            <a:r>
              <a:rPr lang="vi-VN" dirty="0"/>
              <a:t>- Đưa ra giải pháp, ý kiến</a:t>
            </a:r>
            <a:endParaRPr lang="en-US" dirty="0"/>
          </a:p>
          <a:p>
            <a:r>
              <a:rPr lang="vi-VN" dirty="0"/>
              <a:t>Phần kết</a:t>
            </a:r>
            <a:endParaRPr lang="en-US" dirty="0"/>
          </a:p>
          <a:p>
            <a:pPr marL="0" indent="0">
              <a:buNone/>
            </a:pPr>
            <a:r>
              <a:rPr lang="en-US" dirty="0"/>
              <a:t>	</a:t>
            </a:r>
            <a:r>
              <a:rPr lang="vi-VN" dirty="0"/>
              <a:t>- Tóm tắt các nội dung đã được trình bày</a:t>
            </a:r>
            <a:endParaRPr lang="en-US" dirty="0"/>
          </a:p>
        </p:txBody>
      </p:sp>
      <p:sp>
        <p:nvSpPr>
          <p:cNvPr id="4" name="Slide Number Placeholder 3">
            <a:extLst>
              <a:ext uri="{FF2B5EF4-FFF2-40B4-BE49-F238E27FC236}">
                <a16:creationId xmlns:a16="http://schemas.microsoft.com/office/drawing/2014/main" id="{6C9F3AC7-2001-9862-B043-A75B4E445536}"/>
              </a:ext>
            </a:extLst>
          </p:cNvPr>
          <p:cNvSpPr>
            <a:spLocks noGrp="1"/>
          </p:cNvSpPr>
          <p:nvPr>
            <p:ph type="sldNum" sz="quarter" idx="12"/>
          </p:nvPr>
        </p:nvSpPr>
        <p:spPr/>
        <p:txBody>
          <a:bodyPr/>
          <a:lstStyle/>
          <a:p>
            <a:fld id="{E3C92929-1AA6-4E69-BDCA-CBBFD97727FE}" type="slidenum">
              <a:rPr lang="en-US" sz="1600">
                <a:solidFill>
                  <a:schemeClr val="tx1">
                    <a:lumMod val="95000"/>
                    <a:lumOff val="5000"/>
                  </a:schemeClr>
                </a:solidFill>
              </a:rPr>
              <a:pPr/>
              <a:t>2</a:t>
            </a:fld>
            <a:endParaRPr lang="en-US" sz="1600" dirty="0">
              <a:solidFill>
                <a:schemeClr val="tx1">
                  <a:lumMod val="95000"/>
                  <a:lumOff val="5000"/>
                </a:schemeClr>
              </a:solidFill>
            </a:endParaRPr>
          </a:p>
        </p:txBody>
      </p:sp>
    </p:spTree>
    <p:extLst>
      <p:ext uri="{BB962C8B-B14F-4D97-AF65-F5344CB8AC3E}">
        <p14:creationId xmlns:p14="http://schemas.microsoft.com/office/powerpoint/2010/main" val="871642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93C7-1999-0F38-7758-C41358886F93}"/>
              </a:ext>
            </a:extLst>
          </p:cNvPr>
          <p:cNvSpPr>
            <a:spLocks noGrp="1"/>
          </p:cNvSpPr>
          <p:nvPr>
            <p:ph type="title"/>
          </p:nvPr>
        </p:nvSpPr>
        <p:spPr>
          <a:xfrm>
            <a:off x="758687" y="842204"/>
            <a:ext cx="10515600" cy="1325563"/>
          </a:xfrm>
        </p:spPr>
        <p:txBody>
          <a:bodyPr/>
          <a:lstStyle/>
          <a:p>
            <a:pPr algn="l"/>
            <a:r>
              <a:rPr lang="en-US" dirty="0" err="1"/>
              <a:t>Phần</a:t>
            </a:r>
            <a:r>
              <a:rPr lang="en-US" dirty="0"/>
              <a:t> </a:t>
            </a:r>
            <a:r>
              <a:rPr lang="en-US" dirty="0" err="1"/>
              <a:t>mở</a:t>
            </a:r>
            <a:r>
              <a:rPr lang="en-US" dirty="0"/>
              <a:t> </a:t>
            </a:r>
            <a:r>
              <a:rPr lang="en-US" dirty="0" err="1"/>
              <a:t>đầu</a:t>
            </a:r>
            <a:endParaRPr lang="en-US" dirty="0"/>
          </a:p>
        </p:txBody>
      </p:sp>
      <p:sp>
        <p:nvSpPr>
          <p:cNvPr id="3" name="Content Placeholder 2">
            <a:extLst>
              <a:ext uri="{FF2B5EF4-FFF2-40B4-BE49-F238E27FC236}">
                <a16:creationId xmlns:a16="http://schemas.microsoft.com/office/drawing/2014/main" id="{C8100649-F4BA-B223-98F7-1CD01CA05FC5}"/>
              </a:ext>
            </a:extLst>
          </p:cNvPr>
          <p:cNvSpPr>
            <a:spLocks noGrp="1"/>
          </p:cNvSpPr>
          <p:nvPr>
            <p:ph idx="1"/>
          </p:nvPr>
        </p:nvSpPr>
        <p:spPr/>
        <p:txBody>
          <a:bodyPr>
            <a:normAutofit lnSpcReduction="10000"/>
          </a:bodyPr>
          <a:lstStyle/>
          <a:p>
            <a:r>
              <a:rPr lang="vi-VN" dirty="0"/>
              <a:t> Thu hút sự chú ý của người nghe</a:t>
            </a:r>
            <a:endParaRPr lang="en-US" dirty="0"/>
          </a:p>
          <a:p>
            <a:pPr marL="0" indent="0">
              <a:buNone/>
            </a:pPr>
            <a:r>
              <a:rPr lang="en-US" dirty="0"/>
              <a:t>	</a:t>
            </a:r>
            <a:r>
              <a:rPr lang="vi-VN" dirty="0">
                <a:hlinkClick r:id="rId2" action="ppaction://hlinksldjump"/>
              </a:rPr>
              <a:t>- Sử dụng một đoạn trích dẫn</a:t>
            </a:r>
            <a:endParaRPr lang="en-US" dirty="0"/>
          </a:p>
          <a:p>
            <a:pPr marL="0" indent="0">
              <a:buNone/>
            </a:pPr>
            <a:r>
              <a:rPr lang="en-US" dirty="0"/>
              <a:t>	</a:t>
            </a:r>
            <a:r>
              <a:rPr lang="vi-VN" dirty="0"/>
              <a:t>- Một câu hỏi</a:t>
            </a:r>
            <a:endParaRPr lang="en-US" dirty="0"/>
          </a:p>
          <a:p>
            <a:pPr marL="0" indent="0">
              <a:buNone/>
            </a:pPr>
            <a:r>
              <a:rPr lang="en-US" dirty="0"/>
              <a:t>	</a:t>
            </a:r>
            <a:r>
              <a:rPr lang="vi-VN" dirty="0"/>
              <a:t>- Một lời hứa</a:t>
            </a:r>
            <a:endParaRPr lang="en-US" dirty="0"/>
          </a:p>
          <a:p>
            <a:pPr marL="0" indent="0">
              <a:buNone/>
            </a:pPr>
            <a:r>
              <a:rPr lang="en-US" dirty="0"/>
              <a:t>	</a:t>
            </a:r>
            <a:r>
              <a:rPr lang="vi-VN" dirty="0"/>
              <a:t>- Thậm chí làm mọi người phải hoạt động</a:t>
            </a:r>
            <a:endParaRPr lang="en-US" dirty="0"/>
          </a:p>
          <a:p>
            <a:r>
              <a:rPr lang="vi-VN" dirty="0"/>
              <a:t>Tóm lược các nội dung liên quan</a:t>
            </a:r>
            <a:endParaRPr lang="en-US" dirty="0"/>
          </a:p>
          <a:p>
            <a:pPr marL="0" indent="0">
              <a:buNone/>
            </a:pPr>
            <a:r>
              <a:rPr lang="en-US" dirty="0"/>
              <a:t>	</a:t>
            </a:r>
            <a:r>
              <a:rPr lang="vi-VN" dirty="0"/>
              <a:t>- Đã được trình bày</a:t>
            </a:r>
            <a:endParaRPr lang="en-US" dirty="0"/>
          </a:p>
          <a:p>
            <a:pPr marL="0" indent="0">
              <a:buNone/>
            </a:pPr>
            <a:r>
              <a:rPr lang="en-US" dirty="0"/>
              <a:t>	</a:t>
            </a:r>
            <a:r>
              <a:rPr lang="vi-VN" dirty="0"/>
              <a:t>- Được đa số người nghe biết rõ</a:t>
            </a:r>
            <a:endParaRPr lang="en-US" dirty="0"/>
          </a:p>
        </p:txBody>
      </p:sp>
      <p:sp>
        <p:nvSpPr>
          <p:cNvPr id="4" name="Slide Number Placeholder 3">
            <a:extLst>
              <a:ext uri="{FF2B5EF4-FFF2-40B4-BE49-F238E27FC236}">
                <a16:creationId xmlns:a16="http://schemas.microsoft.com/office/drawing/2014/main" id="{E2A2A43E-85A7-3AC9-AE84-F74EF133847F}"/>
              </a:ext>
            </a:extLst>
          </p:cNvPr>
          <p:cNvSpPr>
            <a:spLocks noGrp="1"/>
          </p:cNvSpPr>
          <p:nvPr>
            <p:ph type="sldNum" sz="quarter" idx="12"/>
          </p:nvPr>
        </p:nvSpPr>
        <p:spPr/>
        <p:txBody>
          <a:bodyPr/>
          <a:lstStyle/>
          <a:p>
            <a:fld id="{E3C92929-1AA6-4E69-BDCA-CBBFD97727FE}" type="slidenum">
              <a:rPr lang="en-US" sz="1600" smtClean="0">
                <a:solidFill>
                  <a:schemeClr val="tx1">
                    <a:lumMod val="95000"/>
                    <a:lumOff val="5000"/>
                  </a:schemeClr>
                </a:solidFill>
              </a:rPr>
              <a:t>3</a:t>
            </a:fld>
            <a:endParaRPr lang="en-US" sz="1600" dirty="0">
              <a:solidFill>
                <a:schemeClr val="tx1">
                  <a:lumMod val="95000"/>
                  <a:lumOff val="5000"/>
                </a:schemeClr>
              </a:solidFill>
            </a:endParaRPr>
          </a:p>
        </p:txBody>
      </p:sp>
    </p:spTree>
    <p:extLst>
      <p:ext uri="{BB962C8B-B14F-4D97-AF65-F5344CB8AC3E}">
        <p14:creationId xmlns:p14="http://schemas.microsoft.com/office/powerpoint/2010/main" val="1047565687"/>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15295-1D3F-C0A6-91DD-52CEBCADC0D3}"/>
              </a:ext>
            </a:extLst>
          </p:cNvPr>
          <p:cNvSpPr>
            <a:spLocks noGrp="1"/>
          </p:cNvSpPr>
          <p:nvPr>
            <p:ph type="title"/>
          </p:nvPr>
        </p:nvSpPr>
        <p:spPr>
          <a:xfrm>
            <a:off x="838200" y="822325"/>
            <a:ext cx="10515600" cy="1325563"/>
          </a:xfrm>
        </p:spPr>
        <p:txBody>
          <a:bodyPr/>
          <a:lstStyle/>
          <a:p>
            <a:pPr algn="l"/>
            <a:r>
              <a:rPr lang="en-US" dirty="0" err="1"/>
              <a:t>Phần</a:t>
            </a:r>
            <a:r>
              <a:rPr lang="en-US" dirty="0"/>
              <a:t> </a:t>
            </a:r>
            <a:r>
              <a:rPr lang="en-US" dirty="0" err="1"/>
              <a:t>chính</a:t>
            </a:r>
            <a:endParaRPr lang="en-US" dirty="0"/>
          </a:p>
        </p:txBody>
      </p:sp>
      <p:sp>
        <p:nvSpPr>
          <p:cNvPr id="3" name="Content Placeholder 2">
            <a:extLst>
              <a:ext uri="{FF2B5EF4-FFF2-40B4-BE49-F238E27FC236}">
                <a16:creationId xmlns:a16="http://schemas.microsoft.com/office/drawing/2014/main" id="{94A332AB-9EA4-A42B-9148-60F77AABC528}"/>
              </a:ext>
            </a:extLst>
          </p:cNvPr>
          <p:cNvSpPr>
            <a:spLocks noGrp="1"/>
          </p:cNvSpPr>
          <p:nvPr>
            <p:ph idx="1"/>
          </p:nvPr>
        </p:nvSpPr>
        <p:spPr/>
        <p:txBody>
          <a:bodyPr/>
          <a:lstStyle/>
          <a:p>
            <a:r>
              <a:rPr lang="vi-VN" dirty="0"/>
              <a:t>Phần chính với các nội dung</a:t>
            </a:r>
            <a:endParaRPr lang="en-US" dirty="0"/>
          </a:p>
          <a:p>
            <a:pPr marL="0" indent="0">
              <a:buNone/>
            </a:pPr>
            <a:r>
              <a:rPr lang="en-US" dirty="0"/>
              <a:t>	</a:t>
            </a:r>
            <a:r>
              <a:rPr lang="vi-VN" dirty="0"/>
              <a:t>- Vấn đề cần giải quyết, yêu cầu công việc</a:t>
            </a:r>
            <a:endParaRPr lang="en-US" dirty="0"/>
          </a:p>
          <a:p>
            <a:pPr marL="0" indent="0">
              <a:buNone/>
            </a:pPr>
            <a:r>
              <a:rPr lang="en-US" dirty="0"/>
              <a:t>	</a:t>
            </a:r>
            <a:r>
              <a:rPr lang="vi-VN" dirty="0"/>
              <a:t>- Ý tưởng và giải pháp</a:t>
            </a:r>
            <a:endParaRPr lang="en-US" dirty="0"/>
          </a:p>
          <a:p>
            <a:pPr marL="0" indent="0">
              <a:buNone/>
            </a:pPr>
            <a:r>
              <a:rPr lang="en-US" dirty="0"/>
              <a:t>	</a:t>
            </a:r>
            <a:r>
              <a:rPr lang="vi-VN" dirty="0">
                <a:hlinkClick r:id="rId2" action="ppaction://hlinksldjump"/>
              </a:rPr>
              <a:t>- Cung cấp ví dụ để chứng minh</a:t>
            </a:r>
            <a:endParaRPr lang="en-US" dirty="0"/>
          </a:p>
          <a:p>
            <a:pPr marL="0" indent="0">
              <a:buNone/>
            </a:pPr>
            <a:r>
              <a:rPr lang="en-US" dirty="0"/>
              <a:t>	</a:t>
            </a:r>
            <a:r>
              <a:rPr lang="vi-VN" dirty="0"/>
              <a:t>- Lợi ích khi áp dụng giải pháp</a:t>
            </a:r>
            <a:endParaRPr lang="en-US" dirty="0"/>
          </a:p>
          <a:p>
            <a:pPr marL="0" indent="0">
              <a:buNone/>
            </a:pPr>
            <a:r>
              <a:rPr lang="en-US" dirty="0"/>
              <a:t>	</a:t>
            </a:r>
            <a:r>
              <a:rPr lang="vi-VN" dirty="0"/>
              <a:t>- Chương trình hành động/các việc làm cụ thể</a:t>
            </a:r>
            <a:endParaRPr lang="en-US" dirty="0"/>
          </a:p>
        </p:txBody>
      </p:sp>
      <p:sp>
        <p:nvSpPr>
          <p:cNvPr id="4" name="Slide Number Placeholder 3">
            <a:extLst>
              <a:ext uri="{FF2B5EF4-FFF2-40B4-BE49-F238E27FC236}">
                <a16:creationId xmlns:a16="http://schemas.microsoft.com/office/drawing/2014/main" id="{C835F2AE-859B-A89F-C76A-05AE64AE77A9}"/>
              </a:ext>
            </a:extLst>
          </p:cNvPr>
          <p:cNvSpPr>
            <a:spLocks noGrp="1"/>
          </p:cNvSpPr>
          <p:nvPr>
            <p:ph type="sldNum" sz="quarter" idx="12"/>
          </p:nvPr>
        </p:nvSpPr>
        <p:spPr/>
        <p:txBody>
          <a:bodyPr/>
          <a:lstStyle/>
          <a:p>
            <a:fld id="{E3C92929-1AA6-4E69-BDCA-CBBFD97727FE}" type="slidenum">
              <a:rPr lang="en-US" sz="1600" smtClean="0">
                <a:solidFill>
                  <a:schemeClr val="tx1">
                    <a:lumMod val="95000"/>
                    <a:lumOff val="5000"/>
                  </a:schemeClr>
                </a:solidFill>
              </a:rPr>
              <a:t>4</a:t>
            </a:fld>
            <a:endParaRPr lang="en-US" sz="1600" dirty="0">
              <a:solidFill>
                <a:schemeClr val="tx1">
                  <a:lumMod val="95000"/>
                  <a:lumOff val="5000"/>
                </a:schemeClr>
              </a:solidFill>
            </a:endParaRPr>
          </a:p>
        </p:txBody>
      </p:sp>
    </p:spTree>
    <p:extLst>
      <p:ext uri="{BB962C8B-B14F-4D97-AF65-F5344CB8AC3E}">
        <p14:creationId xmlns:p14="http://schemas.microsoft.com/office/powerpoint/2010/main" val="19364970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F0EB8-6E51-8D19-A04C-FA35FBA5D603}"/>
              </a:ext>
            </a:extLst>
          </p:cNvPr>
          <p:cNvSpPr>
            <a:spLocks noGrp="1"/>
          </p:cNvSpPr>
          <p:nvPr>
            <p:ph type="title"/>
          </p:nvPr>
        </p:nvSpPr>
        <p:spPr>
          <a:xfrm>
            <a:off x="758687" y="881960"/>
            <a:ext cx="10515600" cy="1325563"/>
          </a:xfrm>
        </p:spPr>
        <p:txBody>
          <a:bodyPr/>
          <a:lstStyle/>
          <a:p>
            <a:pPr algn="l"/>
            <a:r>
              <a:rPr lang="en-US" dirty="0" err="1"/>
              <a:t>Phần</a:t>
            </a:r>
            <a:r>
              <a:rPr lang="en-US" dirty="0"/>
              <a:t> </a:t>
            </a:r>
            <a:r>
              <a:rPr lang="en-US" dirty="0" err="1"/>
              <a:t>kết</a:t>
            </a:r>
            <a:endParaRPr lang="en-US" dirty="0"/>
          </a:p>
        </p:txBody>
      </p:sp>
      <p:sp>
        <p:nvSpPr>
          <p:cNvPr id="3" name="Content Placeholder 2">
            <a:extLst>
              <a:ext uri="{FF2B5EF4-FFF2-40B4-BE49-F238E27FC236}">
                <a16:creationId xmlns:a16="http://schemas.microsoft.com/office/drawing/2014/main" id="{88C87565-E510-F3E0-74D8-5821F8779116}"/>
              </a:ext>
            </a:extLst>
          </p:cNvPr>
          <p:cNvSpPr>
            <a:spLocks noGrp="1"/>
          </p:cNvSpPr>
          <p:nvPr>
            <p:ph idx="1"/>
          </p:nvPr>
        </p:nvSpPr>
        <p:spPr/>
        <p:txBody>
          <a:bodyPr/>
          <a:lstStyle/>
          <a:p>
            <a:r>
              <a:rPr lang="vi-VN" dirty="0"/>
              <a:t>Tóm tắt</a:t>
            </a:r>
            <a:endParaRPr lang="en-US" dirty="0"/>
          </a:p>
          <a:p>
            <a:r>
              <a:rPr lang="vi-VN" dirty="0"/>
              <a:t>Kết luận cuối cùng</a:t>
            </a:r>
            <a:endParaRPr lang="en-US" dirty="0"/>
          </a:p>
          <a:p>
            <a:pPr marL="0" indent="0">
              <a:buNone/>
            </a:pPr>
            <a:r>
              <a:rPr lang="en-US" dirty="0"/>
              <a:t>	</a:t>
            </a:r>
            <a:r>
              <a:rPr lang="vi-VN" dirty="0"/>
              <a:t>- Liệu còn điều gì bạn muốn người nghe ghi nhớ?</a:t>
            </a:r>
            <a:endParaRPr lang="en-US" dirty="0"/>
          </a:p>
        </p:txBody>
      </p:sp>
      <p:sp>
        <p:nvSpPr>
          <p:cNvPr id="4" name="Slide Number Placeholder 3">
            <a:extLst>
              <a:ext uri="{FF2B5EF4-FFF2-40B4-BE49-F238E27FC236}">
                <a16:creationId xmlns:a16="http://schemas.microsoft.com/office/drawing/2014/main" id="{6F61B972-1667-985E-5133-A829BB167DAA}"/>
              </a:ext>
            </a:extLst>
          </p:cNvPr>
          <p:cNvSpPr>
            <a:spLocks noGrp="1"/>
          </p:cNvSpPr>
          <p:nvPr>
            <p:ph type="sldNum" sz="quarter" idx="12"/>
          </p:nvPr>
        </p:nvSpPr>
        <p:spPr>
          <a:xfrm>
            <a:off x="8610600" y="6383782"/>
            <a:ext cx="2743200" cy="365125"/>
          </a:xfrm>
        </p:spPr>
        <p:txBody>
          <a:bodyPr/>
          <a:lstStyle/>
          <a:p>
            <a:fld id="{E3C92929-1AA6-4E69-BDCA-CBBFD97727FE}" type="slidenum">
              <a:rPr lang="en-US" sz="1600" smtClean="0">
                <a:solidFill>
                  <a:schemeClr val="tx1">
                    <a:lumMod val="95000"/>
                    <a:lumOff val="5000"/>
                  </a:schemeClr>
                </a:solidFill>
              </a:rPr>
              <a:t>5</a:t>
            </a:fld>
            <a:endParaRPr lang="en-US" sz="1600" dirty="0">
              <a:solidFill>
                <a:schemeClr val="tx1">
                  <a:lumMod val="95000"/>
                  <a:lumOff val="5000"/>
                </a:schemeClr>
              </a:solidFill>
            </a:endParaRPr>
          </a:p>
        </p:txBody>
      </p:sp>
    </p:spTree>
    <p:extLst>
      <p:ext uri="{BB962C8B-B14F-4D97-AF65-F5344CB8AC3E}">
        <p14:creationId xmlns:p14="http://schemas.microsoft.com/office/powerpoint/2010/main" val="36594066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071A6-A193-E4EB-B900-F0E13D707B89}"/>
              </a:ext>
            </a:extLst>
          </p:cNvPr>
          <p:cNvSpPr>
            <a:spLocks noGrp="1"/>
          </p:cNvSpPr>
          <p:nvPr>
            <p:ph type="title"/>
          </p:nvPr>
        </p:nvSpPr>
        <p:spPr>
          <a:xfrm>
            <a:off x="838200" y="2591490"/>
            <a:ext cx="10515600" cy="1325563"/>
          </a:xfrm>
        </p:spPr>
        <p:txBody>
          <a:bodyPr/>
          <a:lstStyle/>
          <a:p>
            <a:r>
              <a:rPr lang="vi-VN" dirty="0"/>
              <a:t>Cám ơn sự chú ý của quý v</a:t>
            </a:r>
            <a:r>
              <a:rPr lang="en-US" dirty="0"/>
              <a:t>ị</a:t>
            </a:r>
          </a:p>
        </p:txBody>
      </p:sp>
      <p:sp>
        <p:nvSpPr>
          <p:cNvPr id="3" name="Slide Number Placeholder 2">
            <a:extLst>
              <a:ext uri="{FF2B5EF4-FFF2-40B4-BE49-F238E27FC236}">
                <a16:creationId xmlns:a16="http://schemas.microsoft.com/office/drawing/2014/main" id="{E526C911-CF2D-9DCA-9F9F-B5AED2A21014}"/>
              </a:ext>
            </a:extLst>
          </p:cNvPr>
          <p:cNvSpPr>
            <a:spLocks noGrp="1"/>
          </p:cNvSpPr>
          <p:nvPr>
            <p:ph type="sldNum" sz="quarter" idx="12"/>
          </p:nvPr>
        </p:nvSpPr>
        <p:spPr/>
        <p:txBody>
          <a:bodyPr/>
          <a:lstStyle/>
          <a:p>
            <a:fld id="{E3C92929-1AA6-4E69-BDCA-CBBFD97727FE}" type="slidenum">
              <a:rPr lang="en-US" sz="1600" smtClean="0">
                <a:solidFill>
                  <a:schemeClr val="tx1">
                    <a:lumMod val="95000"/>
                    <a:lumOff val="5000"/>
                  </a:schemeClr>
                </a:solidFill>
              </a:rPr>
              <a:t>6</a:t>
            </a:fld>
            <a:endParaRPr lang="en-US" sz="1600" dirty="0">
              <a:solidFill>
                <a:schemeClr val="tx1">
                  <a:lumMod val="95000"/>
                  <a:lumOff val="5000"/>
                </a:schemeClr>
              </a:solidFill>
            </a:endParaRPr>
          </a:p>
        </p:txBody>
      </p:sp>
    </p:spTree>
    <p:extLst>
      <p:ext uri="{BB962C8B-B14F-4D97-AF65-F5344CB8AC3E}">
        <p14:creationId xmlns:p14="http://schemas.microsoft.com/office/powerpoint/2010/main" val="3867434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00E3D-2635-8F31-A0F6-DBBCAE467C3E}"/>
              </a:ext>
            </a:extLst>
          </p:cNvPr>
          <p:cNvSpPr>
            <a:spLocks noGrp="1"/>
          </p:cNvSpPr>
          <p:nvPr>
            <p:ph type="title"/>
          </p:nvPr>
        </p:nvSpPr>
        <p:spPr>
          <a:xfrm>
            <a:off x="0" y="681037"/>
            <a:ext cx="12192000" cy="1325563"/>
          </a:xfrm>
        </p:spPr>
        <p:txBody>
          <a:bodyPr>
            <a:normAutofit fontScale="90000"/>
          </a:bodyPr>
          <a:lstStyle/>
          <a:p>
            <a:r>
              <a:rPr lang="en-US" dirty="0" err="1"/>
              <a:t>Ví</a:t>
            </a:r>
            <a:r>
              <a:rPr lang="en-US" dirty="0"/>
              <a:t> </a:t>
            </a:r>
            <a:r>
              <a:rPr lang="en-US" dirty="0" err="1"/>
              <a:t>dụ</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đoạn</a:t>
            </a:r>
            <a:r>
              <a:rPr lang="en-US" dirty="0"/>
              <a:t> </a:t>
            </a:r>
            <a:r>
              <a:rPr lang="en-US" dirty="0" err="1"/>
              <a:t>trích</a:t>
            </a:r>
            <a:r>
              <a:rPr lang="en-US" dirty="0"/>
              <a:t> </a:t>
            </a:r>
            <a:r>
              <a:rPr lang="en-US" dirty="0" err="1"/>
              <a:t>dẫn</a:t>
            </a:r>
            <a:r>
              <a:rPr lang="en-US" dirty="0"/>
              <a:t> </a:t>
            </a:r>
            <a:r>
              <a:rPr lang="en-US" dirty="0" err="1"/>
              <a:t>khi</a:t>
            </a:r>
            <a:r>
              <a:rPr lang="en-US" dirty="0"/>
              <a:t> </a:t>
            </a:r>
            <a:r>
              <a:rPr lang="en-US" dirty="0" err="1"/>
              <a:t>giới</a:t>
            </a:r>
            <a:r>
              <a:rPr lang="en-US" dirty="0"/>
              <a:t> </a:t>
            </a:r>
            <a:r>
              <a:rPr lang="en-US" dirty="0" err="1"/>
              <a:t>thiệu</a:t>
            </a:r>
            <a:endParaRPr lang="en-US" dirty="0"/>
          </a:p>
        </p:txBody>
      </p:sp>
      <p:sp>
        <p:nvSpPr>
          <p:cNvPr id="3" name="Content Placeholder 2">
            <a:extLst>
              <a:ext uri="{FF2B5EF4-FFF2-40B4-BE49-F238E27FC236}">
                <a16:creationId xmlns:a16="http://schemas.microsoft.com/office/drawing/2014/main" id="{A5F1B6C4-A117-4EBD-88AC-1F79B75150CB}"/>
              </a:ext>
            </a:extLst>
          </p:cNvPr>
          <p:cNvSpPr>
            <a:spLocks noGrp="1"/>
          </p:cNvSpPr>
          <p:nvPr>
            <p:ph idx="1"/>
          </p:nvPr>
        </p:nvSpPr>
        <p:spPr/>
        <p:txBody>
          <a:bodyPr/>
          <a:lstStyle/>
          <a:p>
            <a:r>
              <a:rPr lang="vi-VN" dirty="0"/>
              <a:t>Ví dụ: Ta có thể phát biểu trích dẫn lợi ích khi học ngànhcông nghệ thông tin</a:t>
            </a:r>
            <a:endParaRPr lang="en-US" dirty="0"/>
          </a:p>
          <a:p>
            <a:pPr marL="0" indent="0">
              <a:buNone/>
            </a:pPr>
            <a:r>
              <a:rPr lang="en-US" dirty="0"/>
              <a:t>	</a:t>
            </a:r>
            <a:r>
              <a:rPr lang="vi-VN" dirty="0"/>
              <a:t>“Hàng năm, công nghệ mới luôn được phát triển và thểhiện tầm quan trọng của nó đối với cuộc sống. Các doanh</a:t>
            </a:r>
            <a:r>
              <a:rPr lang="en-US" dirty="0"/>
              <a:t> </a:t>
            </a:r>
            <a:r>
              <a:rPr lang="vi-VN" dirty="0"/>
              <a:t>nghiệp cũng thay đổi theo hướng cập nhật công nghệ thôngtin và yêu cầu sự thay đổi về nhân sự giỏi công nghệ. Ngành</a:t>
            </a:r>
            <a:r>
              <a:rPr lang="en-US" dirty="0"/>
              <a:t> </a:t>
            </a:r>
            <a:r>
              <a:rPr lang="vi-VN" dirty="0"/>
              <a:t>học CNTT được coi là lĩnh vực ngày một phát triển và trởnên hữu ích cho các bạn muốn xây dựng sự nghiệp với ngànhnày. Vậy những lợi ích khi học ngành CNTT là gì?”</a:t>
            </a:r>
            <a:endParaRPr lang="en-US" dirty="0"/>
          </a:p>
        </p:txBody>
      </p:sp>
      <p:sp>
        <p:nvSpPr>
          <p:cNvPr id="4" name="Slide Number Placeholder 3">
            <a:extLst>
              <a:ext uri="{FF2B5EF4-FFF2-40B4-BE49-F238E27FC236}">
                <a16:creationId xmlns:a16="http://schemas.microsoft.com/office/drawing/2014/main" id="{E1CFB806-0FEF-9047-065C-B7B79A3EE240}"/>
              </a:ext>
            </a:extLst>
          </p:cNvPr>
          <p:cNvSpPr>
            <a:spLocks noGrp="1"/>
          </p:cNvSpPr>
          <p:nvPr>
            <p:ph type="sldNum" sz="quarter" idx="12"/>
          </p:nvPr>
        </p:nvSpPr>
        <p:spPr/>
        <p:txBody>
          <a:bodyPr/>
          <a:lstStyle/>
          <a:p>
            <a:fld id="{E3C92929-1AA6-4E69-BDCA-CBBFD97727FE}" type="slidenum">
              <a:rPr lang="en-US" sz="1600" smtClean="0">
                <a:solidFill>
                  <a:schemeClr val="tx1">
                    <a:lumMod val="95000"/>
                    <a:lumOff val="5000"/>
                  </a:schemeClr>
                </a:solidFill>
              </a:rPr>
              <a:t>7</a:t>
            </a:fld>
            <a:endParaRPr lang="en-US" sz="1600" dirty="0">
              <a:solidFill>
                <a:schemeClr val="tx1">
                  <a:lumMod val="95000"/>
                  <a:lumOff val="5000"/>
                </a:schemeClr>
              </a:solidFill>
            </a:endParaRPr>
          </a:p>
        </p:txBody>
      </p:sp>
      <p:sp>
        <p:nvSpPr>
          <p:cNvPr id="5" name="Action Button: Return 4">
            <a:hlinkClick r:id="rId2" action="ppaction://hlinksldjump" highlightClick="1"/>
            <a:extLst>
              <a:ext uri="{FF2B5EF4-FFF2-40B4-BE49-F238E27FC236}">
                <a16:creationId xmlns:a16="http://schemas.microsoft.com/office/drawing/2014/main" id="{FAD6761D-70C1-3FB2-0097-EEE6147519A0}"/>
              </a:ext>
            </a:extLst>
          </p:cNvPr>
          <p:cNvSpPr/>
          <p:nvPr/>
        </p:nvSpPr>
        <p:spPr>
          <a:xfrm>
            <a:off x="9756250" y="6176963"/>
            <a:ext cx="621792" cy="420624"/>
          </a:xfrm>
          <a:prstGeom prst="actionButtonReturn">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012963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B4C3-D0EA-DC30-CF44-067A2223EC73}"/>
              </a:ext>
            </a:extLst>
          </p:cNvPr>
          <p:cNvSpPr>
            <a:spLocks noGrp="1"/>
          </p:cNvSpPr>
          <p:nvPr>
            <p:ph type="title"/>
          </p:nvPr>
        </p:nvSpPr>
        <p:spPr/>
        <p:txBody>
          <a:bodyPr/>
          <a:lstStyle/>
          <a:p>
            <a:r>
              <a:rPr lang="en-US" dirty="0" err="1"/>
              <a:t>Ví</a:t>
            </a:r>
            <a:r>
              <a:rPr lang="en-US" dirty="0"/>
              <a:t> </a:t>
            </a:r>
            <a:r>
              <a:rPr lang="en-US" dirty="0" err="1"/>
              <a:t>dụ</a:t>
            </a:r>
            <a:r>
              <a:rPr lang="en-US" dirty="0"/>
              <a:t> </a:t>
            </a:r>
            <a:r>
              <a:rPr lang="en-US" dirty="0" err="1"/>
              <a:t>minh</a:t>
            </a:r>
            <a:r>
              <a:rPr lang="en-US" dirty="0"/>
              <a:t> </a:t>
            </a:r>
            <a:r>
              <a:rPr lang="en-US" dirty="0" err="1"/>
              <a:t>chứng</a:t>
            </a:r>
            <a:r>
              <a:rPr lang="en-US" dirty="0"/>
              <a:t> </a:t>
            </a:r>
            <a:r>
              <a:rPr lang="en-US" dirty="0" err="1"/>
              <a:t>một</a:t>
            </a:r>
            <a:r>
              <a:rPr lang="en-US" dirty="0"/>
              <a:t> </a:t>
            </a:r>
            <a:r>
              <a:rPr lang="en-US" dirty="0" err="1"/>
              <a:t>vấn</a:t>
            </a:r>
            <a:r>
              <a:rPr lang="en-US" dirty="0"/>
              <a:t> </a:t>
            </a:r>
            <a:r>
              <a:rPr lang="en-US" dirty="0" err="1"/>
              <a:t>đề</a:t>
            </a:r>
            <a:endParaRPr lang="en-US" dirty="0"/>
          </a:p>
        </p:txBody>
      </p:sp>
      <p:sp>
        <p:nvSpPr>
          <p:cNvPr id="3" name="Content Placeholder 2">
            <a:extLst>
              <a:ext uri="{FF2B5EF4-FFF2-40B4-BE49-F238E27FC236}">
                <a16:creationId xmlns:a16="http://schemas.microsoft.com/office/drawing/2014/main" id="{9FA172EF-112C-DCBB-3A3F-8B090F0BDCEC}"/>
              </a:ext>
            </a:extLst>
          </p:cNvPr>
          <p:cNvSpPr>
            <a:spLocks noGrp="1"/>
          </p:cNvSpPr>
          <p:nvPr>
            <p:ph idx="1"/>
          </p:nvPr>
        </p:nvSpPr>
        <p:spPr/>
        <p:txBody>
          <a:bodyPr/>
          <a:lstStyle/>
          <a:p>
            <a:r>
              <a:rPr lang="en-US" dirty="0" err="1"/>
              <a:t>Bảng</a:t>
            </a:r>
            <a:r>
              <a:rPr lang="en-US" dirty="0"/>
              <a:t> </a:t>
            </a:r>
            <a:r>
              <a:rPr lang="en-US" dirty="0" err="1"/>
              <a:t>thống</a:t>
            </a:r>
            <a:r>
              <a:rPr lang="en-US" dirty="0"/>
              <a:t> </a:t>
            </a:r>
            <a:r>
              <a:rPr lang="en-US" dirty="0" err="1"/>
              <a:t>kê</a:t>
            </a:r>
            <a:r>
              <a:rPr lang="en-US" dirty="0"/>
              <a:t> </a:t>
            </a:r>
            <a:r>
              <a:rPr lang="en-US" dirty="0" err="1"/>
              <a:t>kết</a:t>
            </a:r>
            <a:r>
              <a:rPr lang="en-US" dirty="0"/>
              <a:t> </a:t>
            </a:r>
            <a:r>
              <a:rPr lang="en-US" dirty="0" err="1"/>
              <a:t>quả</a:t>
            </a:r>
            <a:r>
              <a:rPr lang="en-US" dirty="0"/>
              <a:t> </a:t>
            </a:r>
            <a:r>
              <a:rPr lang="en-US" dirty="0" err="1"/>
              <a:t>tuyển</a:t>
            </a:r>
            <a:r>
              <a:rPr lang="en-US" dirty="0"/>
              <a:t> </a:t>
            </a:r>
            <a:r>
              <a:rPr lang="en-US" dirty="0" err="1"/>
              <a:t>sinh</a:t>
            </a:r>
            <a:r>
              <a:rPr lang="en-US" dirty="0"/>
              <a:t> 2020</a:t>
            </a:r>
          </a:p>
          <a:p>
            <a:endParaRPr lang="en-US" dirty="0"/>
          </a:p>
        </p:txBody>
      </p:sp>
      <p:sp>
        <p:nvSpPr>
          <p:cNvPr id="4" name="Slide Number Placeholder 3">
            <a:extLst>
              <a:ext uri="{FF2B5EF4-FFF2-40B4-BE49-F238E27FC236}">
                <a16:creationId xmlns:a16="http://schemas.microsoft.com/office/drawing/2014/main" id="{CE074AE5-AB30-36F2-5031-98D53F236B38}"/>
              </a:ext>
            </a:extLst>
          </p:cNvPr>
          <p:cNvSpPr>
            <a:spLocks noGrp="1"/>
          </p:cNvSpPr>
          <p:nvPr>
            <p:ph type="sldNum" sz="quarter" idx="12"/>
          </p:nvPr>
        </p:nvSpPr>
        <p:spPr/>
        <p:txBody>
          <a:bodyPr/>
          <a:lstStyle/>
          <a:p>
            <a:fld id="{E3C92929-1AA6-4E69-BDCA-CBBFD97727FE}" type="slidenum">
              <a:rPr lang="en-US" sz="1600" smtClean="0">
                <a:solidFill>
                  <a:schemeClr val="tx1">
                    <a:lumMod val="95000"/>
                    <a:lumOff val="5000"/>
                  </a:schemeClr>
                </a:solidFill>
              </a:rPr>
              <a:t>8</a:t>
            </a:fld>
            <a:endParaRPr lang="en-US" sz="1600" dirty="0">
              <a:solidFill>
                <a:schemeClr val="tx1">
                  <a:lumMod val="95000"/>
                  <a:lumOff val="5000"/>
                </a:schemeClr>
              </a:solidFill>
            </a:endParaRPr>
          </a:p>
        </p:txBody>
      </p:sp>
      <p:sp>
        <p:nvSpPr>
          <p:cNvPr id="5" name="Action Button: Return 4">
            <a:hlinkClick r:id="rId2" action="ppaction://hlinksldjump" highlightClick="1"/>
            <a:extLst>
              <a:ext uri="{FF2B5EF4-FFF2-40B4-BE49-F238E27FC236}">
                <a16:creationId xmlns:a16="http://schemas.microsoft.com/office/drawing/2014/main" id="{5BC93011-C725-DC54-0BAA-6044F0D77FDF}"/>
              </a:ext>
            </a:extLst>
          </p:cNvPr>
          <p:cNvSpPr/>
          <p:nvPr/>
        </p:nvSpPr>
        <p:spPr>
          <a:xfrm>
            <a:off x="11353800" y="5809457"/>
            <a:ext cx="676656" cy="4572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6">
            <a:extLst>
              <a:ext uri="{FF2B5EF4-FFF2-40B4-BE49-F238E27FC236}">
                <a16:creationId xmlns:a16="http://schemas.microsoft.com/office/drawing/2014/main" id="{EDEDB78C-8560-467F-80B0-77DA3CE0376C}"/>
              </a:ext>
            </a:extLst>
          </p:cNvPr>
          <p:cNvGraphicFramePr>
            <a:graphicFrameLocks noGrp="1"/>
          </p:cNvGraphicFramePr>
          <p:nvPr>
            <p:extLst>
              <p:ext uri="{D42A27DB-BD31-4B8C-83A1-F6EECF244321}">
                <p14:modId xmlns:p14="http://schemas.microsoft.com/office/powerpoint/2010/main" val="2946905114"/>
              </p:ext>
            </p:extLst>
          </p:nvPr>
        </p:nvGraphicFramePr>
        <p:xfrm>
          <a:off x="1048027" y="2439822"/>
          <a:ext cx="8128000" cy="4281653"/>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940932490"/>
                    </a:ext>
                  </a:extLst>
                </a:gridCol>
                <a:gridCol w="4064000">
                  <a:extLst>
                    <a:ext uri="{9D8B030D-6E8A-4147-A177-3AD203B41FA5}">
                      <a16:colId xmlns:a16="http://schemas.microsoft.com/office/drawing/2014/main" val="1863660805"/>
                    </a:ext>
                  </a:extLst>
                </a:gridCol>
              </a:tblGrid>
              <a:tr h="370840">
                <a:tc>
                  <a:txBody>
                    <a:bodyPr/>
                    <a:lstStyle/>
                    <a:p>
                      <a:r>
                        <a:rPr lang="en-US" sz="2000" dirty="0" err="1"/>
                        <a:t>Tên</a:t>
                      </a:r>
                      <a:r>
                        <a:rPr lang="en-US" sz="2000" dirty="0"/>
                        <a:t> </a:t>
                      </a:r>
                      <a:r>
                        <a:rPr lang="en-US" sz="2000" dirty="0" err="1"/>
                        <a:t>ngành</a:t>
                      </a:r>
                      <a:r>
                        <a:rPr lang="en-US" sz="2000" dirty="0"/>
                        <a:t>/</a:t>
                      </a:r>
                      <a:r>
                        <a:rPr lang="en-US" sz="2000" dirty="0" err="1"/>
                        <a:t>chuyên</a:t>
                      </a:r>
                      <a:r>
                        <a:rPr lang="en-US" sz="2000" dirty="0"/>
                        <a:t> </a:t>
                      </a:r>
                      <a:r>
                        <a:rPr lang="en-US" sz="2000" dirty="0" err="1"/>
                        <a:t>ngành</a:t>
                      </a:r>
                      <a:endParaRPr lang="en-US" sz="2000" dirty="0"/>
                    </a:p>
                  </a:txBody>
                  <a:tcPr/>
                </a:tc>
                <a:tc>
                  <a:txBody>
                    <a:bodyPr/>
                    <a:lstStyle/>
                    <a:p>
                      <a:pPr algn="r"/>
                      <a:r>
                        <a:rPr lang="vi-VN" sz="2000" dirty="0"/>
                        <a:t>Số lượng tuyển sinh</a:t>
                      </a:r>
                      <a:endParaRPr lang="en-US" sz="2000" dirty="0"/>
                    </a:p>
                  </a:txBody>
                  <a:tcPr/>
                </a:tc>
                <a:extLst>
                  <a:ext uri="{0D108BD9-81ED-4DB2-BD59-A6C34878D82A}">
                    <a16:rowId xmlns:a16="http://schemas.microsoft.com/office/drawing/2014/main" val="1807875051"/>
                  </a:ext>
                </a:extLst>
              </a:tr>
              <a:tr h="410693">
                <a:tc>
                  <a:txBody>
                    <a:bodyPr/>
                    <a:lstStyle/>
                    <a:p>
                      <a:r>
                        <a:rPr lang="en-US" sz="2000" dirty="0" err="1"/>
                        <a:t>Công</a:t>
                      </a:r>
                      <a:r>
                        <a:rPr lang="en-US" sz="2000" dirty="0"/>
                        <a:t> </a:t>
                      </a:r>
                      <a:r>
                        <a:rPr lang="en-US" sz="2000" dirty="0" err="1"/>
                        <a:t>nghệ</a:t>
                      </a:r>
                      <a:r>
                        <a:rPr lang="en-US" sz="2000" dirty="0"/>
                        <a:t> </a:t>
                      </a:r>
                      <a:r>
                        <a:rPr lang="en-US" sz="2000" dirty="0" err="1"/>
                        <a:t>thông</a:t>
                      </a:r>
                      <a:r>
                        <a:rPr lang="en-US" sz="2000" dirty="0"/>
                        <a:t> tin</a:t>
                      </a:r>
                    </a:p>
                  </a:txBody>
                  <a:tcPr/>
                </a:tc>
                <a:tc>
                  <a:txBody>
                    <a:bodyPr/>
                    <a:lstStyle/>
                    <a:p>
                      <a:pPr algn="r"/>
                      <a:r>
                        <a:rPr lang="en-US" sz="2000" dirty="0"/>
                        <a:t>272</a:t>
                      </a:r>
                    </a:p>
                  </a:txBody>
                  <a:tcPr/>
                </a:tc>
                <a:extLst>
                  <a:ext uri="{0D108BD9-81ED-4DB2-BD59-A6C34878D82A}">
                    <a16:rowId xmlns:a16="http://schemas.microsoft.com/office/drawing/2014/main" val="399578736"/>
                  </a:ext>
                </a:extLst>
              </a:tr>
              <a:tr h="370840">
                <a:tc>
                  <a:txBody>
                    <a:bodyPr/>
                    <a:lstStyle/>
                    <a:p>
                      <a:r>
                        <a:rPr lang="en-US" sz="2000" dirty="0" err="1"/>
                        <a:t>Công</a:t>
                      </a:r>
                      <a:r>
                        <a:rPr lang="en-US" sz="2000" dirty="0"/>
                        <a:t> </a:t>
                      </a:r>
                      <a:r>
                        <a:rPr lang="en-US" sz="2000" dirty="0" err="1"/>
                        <a:t>nghệ</a:t>
                      </a:r>
                      <a:r>
                        <a:rPr lang="en-US" sz="2000" dirty="0"/>
                        <a:t> </a:t>
                      </a:r>
                      <a:r>
                        <a:rPr lang="en-US" sz="2000" dirty="0" err="1"/>
                        <a:t>thông</a:t>
                      </a:r>
                      <a:r>
                        <a:rPr lang="en-US" sz="2000" dirty="0"/>
                        <a:t> tin - CLC</a:t>
                      </a:r>
                    </a:p>
                  </a:txBody>
                  <a:tcPr/>
                </a:tc>
                <a:tc>
                  <a:txBody>
                    <a:bodyPr/>
                    <a:lstStyle/>
                    <a:p>
                      <a:pPr algn="r"/>
                      <a:r>
                        <a:rPr lang="en-US" sz="2000" dirty="0"/>
                        <a:t>144</a:t>
                      </a:r>
                    </a:p>
                  </a:txBody>
                  <a:tcPr/>
                </a:tc>
                <a:extLst>
                  <a:ext uri="{0D108BD9-81ED-4DB2-BD59-A6C34878D82A}">
                    <a16:rowId xmlns:a16="http://schemas.microsoft.com/office/drawing/2014/main" val="116221318"/>
                  </a:ext>
                </a:extLst>
              </a:tr>
              <a:tr h="370840">
                <a:tc>
                  <a:txBody>
                    <a:bodyPr/>
                    <a:lstStyle/>
                    <a:p>
                      <a:r>
                        <a:rPr lang="sv-SE" sz="2000" dirty="0"/>
                        <a:t>Công nghệ thông tin - HA</a:t>
                      </a:r>
                      <a:endParaRPr lang="en-US" sz="2000" dirty="0"/>
                    </a:p>
                  </a:txBody>
                  <a:tcPr/>
                </a:tc>
                <a:tc>
                  <a:txBody>
                    <a:bodyPr/>
                    <a:lstStyle/>
                    <a:p>
                      <a:pPr algn="r"/>
                      <a:r>
                        <a:rPr lang="en-US" sz="2000" dirty="0"/>
                        <a:t>75</a:t>
                      </a:r>
                    </a:p>
                  </a:txBody>
                  <a:tcPr/>
                </a:tc>
                <a:extLst>
                  <a:ext uri="{0D108BD9-81ED-4DB2-BD59-A6C34878D82A}">
                    <a16:rowId xmlns:a16="http://schemas.microsoft.com/office/drawing/2014/main" val="4210663657"/>
                  </a:ext>
                </a:extLst>
              </a:tr>
              <a:tr h="370840">
                <a:tc>
                  <a:txBody>
                    <a:bodyPr/>
                    <a:lstStyle/>
                    <a:p>
                      <a:r>
                        <a:rPr lang="en-US" sz="2000" dirty="0" err="1"/>
                        <a:t>Mạng</a:t>
                      </a:r>
                      <a:r>
                        <a:rPr lang="en-US" sz="2000" dirty="0"/>
                        <a:t> </a:t>
                      </a:r>
                      <a:r>
                        <a:rPr lang="en-US" sz="2000" dirty="0" err="1"/>
                        <a:t>máy</a:t>
                      </a:r>
                      <a:r>
                        <a:rPr lang="en-US" sz="2000" dirty="0"/>
                        <a:t> </a:t>
                      </a:r>
                      <a:r>
                        <a:rPr lang="en-US" sz="2000" dirty="0" err="1"/>
                        <a:t>tính</a:t>
                      </a:r>
                      <a:r>
                        <a:rPr lang="en-US" sz="2000" dirty="0"/>
                        <a:t> </a:t>
                      </a:r>
                      <a:r>
                        <a:rPr lang="en-US" sz="2000" dirty="0" err="1"/>
                        <a:t>và</a:t>
                      </a:r>
                      <a:r>
                        <a:rPr lang="en-US" sz="2000" dirty="0"/>
                        <a:t> </a:t>
                      </a:r>
                      <a:r>
                        <a:rPr lang="en-US" sz="2000" dirty="0" err="1"/>
                        <a:t>truyền</a:t>
                      </a:r>
                      <a:r>
                        <a:rPr lang="en-US" sz="2000" dirty="0"/>
                        <a:t> </a:t>
                      </a:r>
                      <a:r>
                        <a:rPr lang="en-US" sz="2000" dirty="0" err="1"/>
                        <a:t>thông</a:t>
                      </a:r>
                      <a:r>
                        <a:rPr lang="en-US" sz="2000" dirty="0"/>
                        <a:t> </a:t>
                      </a:r>
                      <a:r>
                        <a:rPr lang="en-US" sz="2000" dirty="0" err="1"/>
                        <a:t>dữ</a:t>
                      </a:r>
                      <a:r>
                        <a:rPr lang="en-US" sz="2000" dirty="0"/>
                        <a:t> </a:t>
                      </a:r>
                      <a:r>
                        <a:rPr lang="en-US" sz="2000" dirty="0" err="1"/>
                        <a:t>liệu</a:t>
                      </a:r>
                      <a:endParaRPr lang="en-US" sz="2000" dirty="0"/>
                    </a:p>
                  </a:txBody>
                  <a:tcPr/>
                </a:tc>
                <a:tc>
                  <a:txBody>
                    <a:bodyPr/>
                    <a:lstStyle/>
                    <a:p>
                      <a:pPr algn="r"/>
                      <a:r>
                        <a:rPr lang="en-US" sz="2000" dirty="0"/>
                        <a:t>149</a:t>
                      </a:r>
                    </a:p>
                  </a:txBody>
                  <a:tcPr/>
                </a:tc>
                <a:extLst>
                  <a:ext uri="{0D108BD9-81ED-4DB2-BD59-A6C34878D82A}">
                    <a16:rowId xmlns:a16="http://schemas.microsoft.com/office/drawing/2014/main" val="1632858879"/>
                  </a:ext>
                </a:extLst>
              </a:tr>
              <a:tr h="370840">
                <a:tc>
                  <a:txBody>
                    <a:bodyPr/>
                    <a:lstStyle/>
                    <a:p>
                      <a:r>
                        <a:rPr lang="en-US" sz="2000" dirty="0" err="1"/>
                        <a:t>Kỹ</a:t>
                      </a:r>
                      <a:r>
                        <a:rPr lang="en-US" sz="2000" dirty="0"/>
                        <a:t> </a:t>
                      </a:r>
                      <a:r>
                        <a:rPr lang="en-US" sz="2000" dirty="0" err="1"/>
                        <a:t>thuật</a:t>
                      </a:r>
                      <a:r>
                        <a:rPr lang="en-US" sz="2000" dirty="0"/>
                        <a:t> </a:t>
                      </a:r>
                      <a:r>
                        <a:rPr lang="en-US" sz="2000" dirty="0" err="1"/>
                        <a:t>phần</a:t>
                      </a:r>
                      <a:r>
                        <a:rPr lang="en-US" sz="2000" dirty="0"/>
                        <a:t> </a:t>
                      </a:r>
                      <a:r>
                        <a:rPr lang="en-US" sz="2000" dirty="0" err="1"/>
                        <a:t>mềm</a:t>
                      </a:r>
                      <a:endParaRPr lang="en-US" sz="2000" dirty="0"/>
                    </a:p>
                  </a:txBody>
                  <a:tcPr/>
                </a:tc>
                <a:tc>
                  <a:txBody>
                    <a:bodyPr/>
                    <a:lstStyle/>
                    <a:p>
                      <a:pPr algn="r"/>
                      <a:r>
                        <a:rPr lang="en-US" sz="2000" dirty="0"/>
                        <a:t>266</a:t>
                      </a:r>
                    </a:p>
                  </a:txBody>
                  <a:tcPr/>
                </a:tc>
                <a:extLst>
                  <a:ext uri="{0D108BD9-81ED-4DB2-BD59-A6C34878D82A}">
                    <a16:rowId xmlns:a16="http://schemas.microsoft.com/office/drawing/2014/main" val="3320522502"/>
                  </a:ext>
                </a:extLst>
              </a:tr>
              <a:tr h="370840">
                <a:tc>
                  <a:txBody>
                    <a:bodyPr/>
                    <a:lstStyle/>
                    <a:p>
                      <a:r>
                        <a:rPr lang="en-US" sz="2000" dirty="0" err="1"/>
                        <a:t>Hệ</a:t>
                      </a:r>
                      <a:r>
                        <a:rPr lang="en-US" sz="2000" dirty="0"/>
                        <a:t> </a:t>
                      </a:r>
                      <a:r>
                        <a:rPr lang="en-US" sz="2000" dirty="0" err="1"/>
                        <a:t>thống</a:t>
                      </a:r>
                      <a:r>
                        <a:rPr lang="en-US" sz="2000" dirty="0"/>
                        <a:t> </a:t>
                      </a:r>
                      <a:r>
                        <a:rPr lang="en-US" sz="2000" dirty="0" err="1"/>
                        <a:t>thông</a:t>
                      </a:r>
                      <a:r>
                        <a:rPr lang="en-US" sz="2000" dirty="0"/>
                        <a:t> tin</a:t>
                      </a:r>
                    </a:p>
                  </a:txBody>
                  <a:tcPr/>
                </a:tc>
                <a:tc>
                  <a:txBody>
                    <a:bodyPr/>
                    <a:lstStyle/>
                    <a:p>
                      <a:pPr algn="r"/>
                      <a:r>
                        <a:rPr lang="en-US" sz="2000" dirty="0"/>
                        <a:t>135</a:t>
                      </a:r>
                    </a:p>
                  </a:txBody>
                  <a:tcPr/>
                </a:tc>
                <a:extLst>
                  <a:ext uri="{0D108BD9-81ED-4DB2-BD59-A6C34878D82A}">
                    <a16:rowId xmlns:a16="http://schemas.microsoft.com/office/drawing/2014/main" val="1151222832"/>
                  </a:ext>
                </a:extLst>
              </a:tr>
              <a:tr h="370840">
                <a:tc>
                  <a:txBody>
                    <a:bodyPr/>
                    <a:lstStyle/>
                    <a:p>
                      <a:r>
                        <a:rPr lang="en-US" sz="2000" dirty="0"/>
                        <a:t>Khoa </a:t>
                      </a:r>
                      <a:r>
                        <a:rPr lang="en-US" sz="2000" dirty="0" err="1"/>
                        <a:t>học</a:t>
                      </a:r>
                      <a:r>
                        <a:rPr lang="en-US" sz="2000" dirty="0"/>
                        <a:t> </a:t>
                      </a:r>
                      <a:r>
                        <a:rPr lang="en-US" sz="2000" dirty="0" err="1"/>
                        <a:t>máy</a:t>
                      </a:r>
                      <a:r>
                        <a:rPr lang="en-US" sz="2000" dirty="0"/>
                        <a:t> </a:t>
                      </a:r>
                      <a:r>
                        <a:rPr lang="en-US" sz="2000" dirty="0" err="1"/>
                        <a:t>tính</a:t>
                      </a:r>
                      <a:endParaRPr lang="en-US" sz="2000" dirty="0"/>
                    </a:p>
                  </a:txBody>
                  <a:tcPr/>
                </a:tc>
                <a:tc>
                  <a:txBody>
                    <a:bodyPr/>
                    <a:lstStyle/>
                    <a:p>
                      <a:pPr algn="r"/>
                      <a:r>
                        <a:rPr lang="en-US" sz="2000" dirty="0"/>
                        <a:t>178</a:t>
                      </a:r>
                    </a:p>
                  </a:txBody>
                  <a:tcPr/>
                </a:tc>
                <a:extLst>
                  <a:ext uri="{0D108BD9-81ED-4DB2-BD59-A6C34878D82A}">
                    <a16:rowId xmlns:a16="http://schemas.microsoft.com/office/drawing/2014/main" val="3370970572"/>
                  </a:ext>
                </a:extLst>
              </a:tr>
              <a:tr h="370840">
                <a:tc>
                  <a:txBody>
                    <a:bodyPr/>
                    <a:lstStyle/>
                    <a:p>
                      <a:r>
                        <a:rPr lang="en-US" sz="2000" dirty="0"/>
                        <a:t>Tin </a:t>
                      </a:r>
                      <a:r>
                        <a:rPr lang="en-US" sz="2000" dirty="0" err="1"/>
                        <a:t>học</a:t>
                      </a:r>
                      <a:r>
                        <a:rPr lang="en-US" sz="2000" dirty="0"/>
                        <a:t> </a:t>
                      </a:r>
                      <a:r>
                        <a:rPr lang="en-US" sz="2000" dirty="0" err="1"/>
                        <a:t>Ứng</a:t>
                      </a:r>
                      <a:r>
                        <a:rPr lang="en-US" sz="2000" dirty="0"/>
                        <a:t> </a:t>
                      </a:r>
                      <a:r>
                        <a:rPr lang="en-US" sz="2000" dirty="0" err="1"/>
                        <a:t>dụng</a:t>
                      </a:r>
                      <a:endParaRPr lang="en-US" sz="2000" dirty="0"/>
                    </a:p>
                  </a:txBody>
                  <a:tcPr/>
                </a:tc>
                <a:tc>
                  <a:txBody>
                    <a:bodyPr/>
                    <a:lstStyle/>
                    <a:p>
                      <a:pPr algn="r"/>
                      <a:r>
                        <a:rPr lang="en-US" sz="2000" dirty="0"/>
                        <a:t>32</a:t>
                      </a:r>
                    </a:p>
                  </a:txBody>
                  <a:tcPr/>
                </a:tc>
                <a:extLst>
                  <a:ext uri="{0D108BD9-81ED-4DB2-BD59-A6C34878D82A}">
                    <a16:rowId xmlns:a16="http://schemas.microsoft.com/office/drawing/2014/main" val="3301295329"/>
                  </a:ext>
                </a:extLst>
              </a:tr>
              <a:tr h="326320">
                <a:tc>
                  <a:txBody>
                    <a:bodyPr/>
                    <a:lstStyle/>
                    <a:p>
                      <a:r>
                        <a:rPr lang="en-US" sz="2000" dirty="0" err="1"/>
                        <a:t>Tổng</a:t>
                      </a:r>
                      <a:endParaRPr lang="en-US" sz="2000" dirty="0"/>
                    </a:p>
                  </a:txBody>
                  <a:tcPr/>
                </a:tc>
                <a:tc>
                  <a:txBody>
                    <a:bodyPr/>
                    <a:lstStyle/>
                    <a:p>
                      <a:pPr algn="r"/>
                      <a:r>
                        <a:rPr lang="en-US" sz="2000" dirty="0"/>
                        <a:t>1251</a:t>
                      </a:r>
                    </a:p>
                  </a:txBody>
                  <a:tcPr/>
                </a:tc>
                <a:extLst>
                  <a:ext uri="{0D108BD9-81ED-4DB2-BD59-A6C34878D82A}">
                    <a16:rowId xmlns:a16="http://schemas.microsoft.com/office/drawing/2014/main" val="3107184372"/>
                  </a:ext>
                </a:extLst>
              </a:tr>
            </a:tbl>
          </a:graphicData>
        </a:graphic>
      </p:graphicFrame>
    </p:spTree>
    <p:extLst>
      <p:ext uri="{BB962C8B-B14F-4D97-AF65-F5344CB8AC3E}">
        <p14:creationId xmlns:p14="http://schemas.microsoft.com/office/powerpoint/2010/main" val="372372207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EF6F359192A4E4DB50EC0E6D0070C2A" ma:contentTypeVersion="5" ma:contentTypeDescription="Create a new document." ma:contentTypeScope="" ma:versionID="7db742e000c16d1b4442d50350490f55">
  <xsd:schema xmlns:xsd="http://www.w3.org/2001/XMLSchema" xmlns:xs="http://www.w3.org/2001/XMLSchema" xmlns:p="http://schemas.microsoft.com/office/2006/metadata/properties" xmlns:ns3="99075039-9fe5-46a6-a578-4f2dc221f901" targetNamespace="http://schemas.microsoft.com/office/2006/metadata/properties" ma:root="true" ma:fieldsID="e6dd36bb98160bff634a3a83b98c5a0b" ns3:_="">
    <xsd:import namespace="99075039-9fe5-46a6-a578-4f2dc221f90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075039-9fe5-46a6-a578-4f2dc221f90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9075039-9fe5-46a6-a578-4f2dc221f901" xsi:nil="true"/>
  </documentManagement>
</p:properties>
</file>

<file path=customXml/itemProps1.xml><?xml version="1.0" encoding="utf-8"?>
<ds:datastoreItem xmlns:ds="http://schemas.openxmlformats.org/officeDocument/2006/customXml" ds:itemID="{8EE2643F-53E6-49A2-B715-543A0D59CBAB}">
  <ds:schemaRefs>
    <ds:schemaRef ds:uri="http://schemas.microsoft.com/sharepoint/v3/contenttype/forms"/>
  </ds:schemaRefs>
</ds:datastoreItem>
</file>

<file path=customXml/itemProps2.xml><?xml version="1.0" encoding="utf-8"?>
<ds:datastoreItem xmlns:ds="http://schemas.openxmlformats.org/officeDocument/2006/customXml" ds:itemID="{304B6482-0BF6-4002-8C33-77A14D1F82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075039-9fe5-46a6-a578-4f2dc221f9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809E74-85A5-44F0-B861-2D312294A436}">
  <ds:schemaRefs>
    <ds:schemaRef ds:uri="http://schemas.openxmlformats.org/package/2006/metadata/core-properties"/>
    <ds:schemaRef ds:uri="http://www.w3.org/XML/1998/namespace"/>
    <ds:schemaRef ds:uri="http://schemas.microsoft.com/office/infopath/2007/PartnerControls"/>
    <ds:schemaRef ds:uri="99075039-9fe5-46a6-a578-4f2dc221f901"/>
    <ds:schemaRef ds:uri="http://purl.org/dc/terms/"/>
    <ds:schemaRef ds:uri="http://schemas.microsoft.com/office/2006/documentManagement/types"/>
    <ds:schemaRef ds:uri="http://purl.org/dc/elements/1.1/"/>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42</TotalTime>
  <Words>404</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vt:lpstr>
      <vt:lpstr>Giới thiệu</vt:lpstr>
      <vt:lpstr>Phần mở đầu</vt:lpstr>
      <vt:lpstr>Phần chính</vt:lpstr>
      <vt:lpstr>Phần kết</vt:lpstr>
      <vt:lpstr>Cám ơn sự chú ý của quý vị</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BỐ CỤC MỘT BÀI THUYẾT TRÌNH</dc:title>
  <dc:creator>Nguyen Thanh Hoa - B2504795</dc:creator>
  <cp:lastModifiedBy>Nguyễn Quang Đức Trọng</cp:lastModifiedBy>
  <cp:revision>5</cp:revision>
  <dcterms:created xsi:type="dcterms:W3CDTF">2026-02-06T08:41:46Z</dcterms:created>
  <dcterms:modified xsi:type="dcterms:W3CDTF">2026-02-06T15:19:21Z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0x0101003EF6F359192A4E4DB50EC0E6D0070C2A</vt:lpwstr>
  </property>
</Properties>
</file>